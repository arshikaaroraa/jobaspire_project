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604020202020204" pitchFamily="34" charset="0"/>
        <a:ea typeface="+mn-ea"/>
        <a:cs typeface="Helvetica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604020202020204" pitchFamily="34" charset="0"/>
        <a:ea typeface="+mn-ea"/>
        <a:cs typeface="Helvetica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604020202020204" pitchFamily="34" charset="0"/>
        <a:ea typeface="+mn-ea"/>
        <a:cs typeface="Helvetica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604020202020204" pitchFamily="34" charset="0"/>
        <a:ea typeface="+mn-ea"/>
        <a:cs typeface="Helvetica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604020202020204" pitchFamily="34" charset="0"/>
        <a:ea typeface="+mn-ea"/>
        <a:cs typeface="Helvetica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rgbClr val="000000"/>
        </a:solidFill>
        <a:latin typeface="Arial" panose="020B0604020202020204" pitchFamily="34" charset="0"/>
        <a:ea typeface="+mn-ea"/>
        <a:cs typeface="Helvetica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rgbClr val="000000"/>
        </a:solidFill>
        <a:latin typeface="Arial" panose="020B0604020202020204" pitchFamily="34" charset="0"/>
        <a:ea typeface="+mn-ea"/>
        <a:cs typeface="Helvetica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rgbClr val="000000"/>
        </a:solidFill>
        <a:latin typeface="Arial" panose="020B0604020202020204" pitchFamily="34" charset="0"/>
        <a:ea typeface="+mn-ea"/>
        <a:cs typeface="Helvetica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rgbClr val="000000"/>
        </a:solidFill>
        <a:latin typeface="Arial" panose="020B0604020202020204" pitchFamily="34" charset="0"/>
        <a:ea typeface="+mn-ea"/>
        <a:cs typeface="Helvetica" panose="020B0604020202020204" pitchFamily="34" charset="0"/>
        <a:sym typeface="Arial" panose="020B0604020202020204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hape 310">
            <a:extLst>
              <a:ext uri="{FF2B5EF4-FFF2-40B4-BE49-F238E27FC236}">
                <a16:creationId xmlns:a16="http://schemas.microsoft.com/office/drawing/2014/main" id="{F1681701-AAA3-A252-45C2-D4588E56625B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315" name="Shape 311">
            <a:extLst>
              <a:ext uri="{FF2B5EF4-FFF2-40B4-BE49-F238E27FC236}">
                <a16:creationId xmlns:a16="http://schemas.microsoft.com/office/drawing/2014/main" id="{10303368-B5F5-90FF-4E61-AF2A725C4403}"/>
              </a:ext>
            </a:extLst>
          </p:cNvPr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+mj-lt"/>
        <a:ea typeface="+mj-ea"/>
        <a:cs typeface="+mj-cs"/>
        <a:sym typeface="Calibri" panose="020F0502020204030204" pitchFamily="34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+mj-lt"/>
        <a:ea typeface="+mj-ea"/>
        <a:cs typeface="+mj-cs"/>
        <a:sym typeface="Calibri" panose="020F0502020204030204" pitchFamily="34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+mj-lt"/>
        <a:ea typeface="+mj-ea"/>
        <a:cs typeface="+mj-cs"/>
        <a:sym typeface="Calibri" panose="020F0502020204030204" pitchFamily="34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+mj-lt"/>
        <a:ea typeface="+mj-ea"/>
        <a:cs typeface="+mj-cs"/>
        <a:sym typeface="Calibri" panose="020F0502020204030204" pitchFamily="34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+mj-lt"/>
        <a:ea typeface="+mj-ea"/>
        <a:cs typeface="+mj-cs"/>
        <a:sym typeface="Calibri" panose="020F0502020204030204" pitchFamily="34" charset="0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5FDC1B57-80DE-577E-02D5-61A0A85EDC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B2930BFA-C890-B6A0-0629-F8CE698281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69AF7690-DD51-BD2B-C972-EB35D196CB70}"/>
              </a:ext>
            </a:extLst>
          </p:cNvPr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43A3B1-9229-4847-BC04-E0433A46F98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1704125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>
            <a:extLst>
              <a:ext uri="{FF2B5EF4-FFF2-40B4-BE49-F238E27FC236}">
                <a16:creationId xmlns:a16="http://schemas.microsoft.com/office/drawing/2014/main" id="{0C2C9566-B85B-645E-C746-591C57903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lIns="45719" rIns="45719"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defRPr/>
            </a:pPr>
            <a:endParaRPr lang="en-US" altLang="en-US"/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594520CF-B104-627B-99E7-2CDD85CA32B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6704013"/>
            <a:ext cx="9144000" cy="1984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45719" rIns="45719"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defRPr/>
            </a:pPr>
            <a:endParaRPr lang="en-US" altLang="en-US"/>
          </a:p>
        </p:txBody>
      </p:sp>
      <p:pic>
        <p:nvPicPr>
          <p:cNvPr id="4" name="Picture 10" descr="Picture 10">
            <a:extLst>
              <a:ext uri="{FF2B5EF4-FFF2-40B4-BE49-F238E27FC236}">
                <a16:creationId xmlns:a16="http://schemas.microsoft.com/office/drawing/2014/main" id="{2DC599E6-0FEE-4D40-6065-5CB9F63A1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5" name="Picture 10" descr="Picture 10">
            <a:extLst>
              <a:ext uri="{FF2B5EF4-FFF2-40B4-BE49-F238E27FC236}">
                <a16:creationId xmlns:a16="http://schemas.microsoft.com/office/drawing/2014/main" id="{BBA21C83-A688-C5BC-C4A8-042CAE351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6" name="Group 3">
            <a:extLst>
              <a:ext uri="{FF2B5EF4-FFF2-40B4-BE49-F238E27FC236}">
                <a16:creationId xmlns:a16="http://schemas.microsoft.com/office/drawing/2014/main" id="{4894DF45-8BE6-34F0-EBF4-96AE9A2673BE}"/>
              </a:ext>
            </a:extLst>
          </p:cNvPr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0" y="0"/>
            <a:chExt cx="2997000" cy="875878"/>
          </a:xfrm>
        </p:grpSpPr>
        <p:sp>
          <p:nvSpPr>
            <p:cNvPr id="7" name="CustomShape 4">
              <a:extLst>
                <a:ext uri="{FF2B5EF4-FFF2-40B4-BE49-F238E27FC236}">
                  <a16:creationId xmlns:a16="http://schemas.microsoft.com/office/drawing/2014/main" id="{EAEEBE51-BEF7-C511-CE41-8A73D263B6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97000" cy="837796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  <p:pic>
          <p:nvPicPr>
            <p:cNvPr id="8" name="Picture 9" descr="Picture 9">
              <a:extLst>
                <a:ext uri="{FF2B5EF4-FFF2-40B4-BE49-F238E27FC236}">
                  <a16:creationId xmlns:a16="http://schemas.microsoft.com/office/drawing/2014/main" id="{0A61E841-DC3B-AB43-AD68-F1BE1630A5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718"/>
            <a:stretch>
              <a:fillRect/>
            </a:stretch>
          </p:blipFill>
          <p:spPr bwMode="auto"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9" name="CustomShape 5">
              <a:extLst>
                <a:ext uri="{FF2B5EF4-FFF2-40B4-BE49-F238E27FC236}">
                  <a16:creationId xmlns:a16="http://schemas.microsoft.com/office/drawing/2014/main" id="{27AA54A0-BFEC-3E85-0A24-75322765C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975" y="190408"/>
              <a:ext cx="2076311" cy="6854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</p:grpSp>
      <p:pic>
        <p:nvPicPr>
          <p:cNvPr id="10" name="Picture 15" descr="Picture 15">
            <a:extLst>
              <a:ext uri="{FF2B5EF4-FFF2-40B4-BE49-F238E27FC236}">
                <a16:creationId xmlns:a16="http://schemas.microsoft.com/office/drawing/2014/main" id="{EDE283DB-4804-D629-AD0A-904413D0D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1" name="Picture 10" descr="Picture 10">
            <a:extLst>
              <a:ext uri="{FF2B5EF4-FFF2-40B4-BE49-F238E27FC236}">
                <a16:creationId xmlns:a16="http://schemas.microsoft.com/office/drawing/2014/main" id="{6E00A4CF-00B9-3E4B-983D-5628FDD22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12" name="Group 6">
            <a:extLst>
              <a:ext uri="{FF2B5EF4-FFF2-40B4-BE49-F238E27FC236}">
                <a16:creationId xmlns:a16="http://schemas.microsoft.com/office/drawing/2014/main" id="{06B6C520-DFCF-6A97-6E07-FEBAC58D49B7}"/>
              </a:ext>
            </a:extLst>
          </p:cNvPr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0" y="0"/>
            <a:chExt cx="2997000" cy="875878"/>
          </a:xfrm>
        </p:grpSpPr>
        <p:sp>
          <p:nvSpPr>
            <p:cNvPr id="13" name="CustomShape 7">
              <a:extLst>
                <a:ext uri="{FF2B5EF4-FFF2-40B4-BE49-F238E27FC236}">
                  <a16:creationId xmlns:a16="http://schemas.microsoft.com/office/drawing/2014/main" id="{E01D88F5-2D3E-B3E7-0C20-D99099B382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97000" cy="837796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  <p:pic>
          <p:nvPicPr>
            <p:cNvPr id="14" name="Picture 9" descr="Picture 9">
              <a:extLst>
                <a:ext uri="{FF2B5EF4-FFF2-40B4-BE49-F238E27FC236}">
                  <a16:creationId xmlns:a16="http://schemas.microsoft.com/office/drawing/2014/main" id="{A313DF50-F233-DC81-2F38-0F5E7548A1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718"/>
            <a:stretch>
              <a:fillRect/>
            </a:stretch>
          </p:blipFill>
          <p:spPr bwMode="auto"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15" name="CustomShape 8">
              <a:extLst>
                <a:ext uri="{FF2B5EF4-FFF2-40B4-BE49-F238E27FC236}">
                  <a16:creationId xmlns:a16="http://schemas.microsoft.com/office/drawing/2014/main" id="{CF8C1D36-72DC-5C1E-94EC-301D88DCF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975" y="190408"/>
              <a:ext cx="2076311" cy="6854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</p:grpSp>
      <p:pic>
        <p:nvPicPr>
          <p:cNvPr id="16" name="Picture 15" descr="Picture 15">
            <a:extLst>
              <a:ext uri="{FF2B5EF4-FFF2-40B4-BE49-F238E27FC236}">
                <a16:creationId xmlns:a16="http://schemas.microsoft.com/office/drawing/2014/main" id="{0F172FF4-F393-AE7E-D568-91492AFED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4519"/>
            <a:ext cx="8229241" cy="397728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BAD63C1E-DCBE-749A-6791-210B8D55AE86}"/>
              </a:ext>
            </a:extLst>
          </p:cNvPr>
          <p:cNvSpPr txBox="1"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EBBFE7-9005-4965-BD31-89858E8D59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6098890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>
            <a:extLst>
              <a:ext uri="{FF2B5EF4-FFF2-40B4-BE49-F238E27FC236}">
                <a16:creationId xmlns:a16="http://schemas.microsoft.com/office/drawing/2014/main" id="{3D18D0A1-02CF-C3A1-14ED-5059B5AE2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lIns="45719" rIns="45719"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defRPr/>
            </a:pPr>
            <a:endParaRPr lang="en-US" altLang="en-US"/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15210388-AF34-D8D3-C940-8447B0C69D7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6704013"/>
            <a:ext cx="9144000" cy="1984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45719" rIns="45719"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defRPr/>
            </a:pPr>
            <a:endParaRPr lang="en-US" altLang="en-US"/>
          </a:p>
        </p:txBody>
      </p:sp>
      <p:pic>
        <p:nvPicPr>
          <p:cNvPr id="4" name="Picture 10" descr="Picture 10">
            <a:extLst>
              <a:ext uri="{FF2B5EF4-FFF2-40B4-BE49-F238E27FC236}">
                <a16:creationId xmlns:a16="http://schemas.microsoft.com/office/drawing/2014/main" id="{739CF547-E5B4-E9E8-B237-E645EBD29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5" name="Picture 10" descr="Picture 10">
            <a:extLst>
              <a:ext uri="{FF2B5EF4-FFF2-40B4-BE49-F238E27FC236}">
                <a16:creationId xmlns:a16="http://schemas.microsoft.com/office/drawing/2014/main" id="{8B5E27C0-34CC-76D5-83E2-9CD76E843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6" name="Group 3">
            <a:extLst>
              <a:ext uri="{FF2B5EF4-FFF2-40B4-BE49-F238E27FC236}">
                <a16:creationId xmlns:a16="http://schemas.microsoft.com/office/drawing/2014/main" id="{6239DB43-5A33-70F4-85B6-11D8C5FC25C5}"/>
              </a:ext>
            </a:extLst>
          </p:cNvPr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0" y="0"/>
            <a:chExt cx="2997000" cy="875878"/>
          </a:xfrm>
        </p:grpSpPr>
        <p:sp>
          <p:nvSpPr>
            <p:cNvPr id="7" name="CustomShape 4">
              <a:extLst>
                <a:ext uri="{FF2B5EF4-FFF2-40B4-BE49-F238E27FC236}">
                  <a16:creationId xmlns:a16="http://schemas.microsoft.com/office/drawing/2014/main" id="{A979DC70-BC0E-93F2-E348-36F85EA32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97000" cy="837796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  <p:pic>
          <p:nvPicPr>
            <p:cNvPr id="8" name="Picture 9" descr="Picture 9">
              <a:extLst>
                <a:ext uri="{FF2B5EF4-FFF2-40B4-BE49-F238E27FC236}">
                  <a16:creationId xmlns:a16="http://schemas.microsoft.com/office/drawing/2014/main" id="{6320E225-C803-5DFA-F838-BAE2136E55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718"/>
            <a:stretch>
              <a:fillRect/>
            </a:stretch>
          </p:blipFill>
          <p:spPr bwMode="auto"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9" name="CustomShape 5">
              <a:extLst>
                <a:ext uri="{FF2B5EF4-FFF2-40B4-BE49-F238E27FC236}">
                  <a16:creationId xmlns:a16="http://schemas.microsoft.com/office/drawing/2014/main" id="{680157E0-6817-62E6-84FB-1D2A09D7F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975" y="190408"/>
              <a:ext cx="2076311" cy="6854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</p:grpSp>
      <p:pic>
        <p:nvPicPr>
          <p:cNvPr id="10" name="Picture 15" descr="Picture 15">
            <a:extLst>
              <a:ext uri="{FF2B5EF4-FFF2-40B4-BE49-F238E27FC236}">
                <a16:creationId xmlns:a16="http://schemas.microsoft.com/office/drawing/2014/main" id="{395DAF4F-F744-1871-61E5-2D9692457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1" name="Picture 10" descr="Picture 10">
            <a:extLst>
              <a:ext uri="{FF2B5EF4-FFF2-40B4-BE49-F238E27FC236}">
                <a16:creationId xmlns:a16="http://schemas.microsoft.com/office/drawing/2014/main" id="{3DB8A69D-37D6-ADAF-78B7-B848FC615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12" name="Group 6">
            <a:extLst>
              <a:ext uri="{FF2B5EF4-FFF2-40B4-BE49-F238E27FC236}">
                <a16:creationId xmlns:a16="http://schemas.microsoft.com/office/drawing/2014/main" id="{340B09CD-5D9F-923F-1290-AEF3F34D1965}"/>
              </a:ext>
            </a:extLst>
          </p:cNvPr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0" y="0"/>
            <a:chExt cx="2997000" cy="875878"/>
          </a:xfrm>
        </p:grpSpPr>
        <p:sp>
          <p:nvSpPr>
            <p:cNvPr id="13" name="CustomShape 7">
              <a:extLst>
                <a:ext uri="{FF2B5EF4-FFF2-40B4-BE49-F238E27FC236}">
                  <a16:creationId xmlns:a16="http://schemas.microsoft.com/office/drawing/2014/main" id="{1A6915F0-3613-A320-9112-7453029195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97000" cy="837796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  <p:pic>
          <p:nvPicPr>
            <p:cNvPr id="14" name="Picture 9" descr="Picture 9">
              <a:extLst>
                <a:ext uri="{FF2B5EF4-FFF2-40B4-BE49-F238E27FC236}">
                  <a16:creationId xmlns:a16="http://schemas.microsoft.com/office/drawing/2014/main" id="{74E7E292-B73B-3F47-BF26-C2E81F99BA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718"/>
            <a:stretch>
              <a:fillRect/>
            </a:stretch>
          </p:blipFill>
          <p:spPr bwMode="auto"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15" name="CustomShape 8">
              <a:extLst>
                <a:ext uri="{FF2B5EF4-FFF2-40B4-BE49-F238E27FC236}">
                  <a16:creationId xmlns:a16="http://schemas.microsoft.com/office/drawing/2014/main" id="{6D5FDA33-9C43-5323-109A-E1FDE13440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975" y="190408"/>
              <a:ext cx="2076311" cy="6854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</p:grpSp>
      <p:pic>
        <p:nvPicPr>
          <p:cNvPr id="16" name="Picture 15" descr="Picture 15">
            <a:extLst>
              <a:ext uri="{FF2B5EF4-FFF2-40B4-BE49-F238E27FC236}">
                <a16:creationId xmlns:a16="http://schemas.microsoft.com/office/drawing/2014/main" id="{8A0C6E0F-5951-2C0A-720A-D4D66F0B0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4519"/>
            <a:ext cx="8229241" cy="3977282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27FB8B6C-34F9-BD02-D269-01444E07574B}"/>
              </a:ext>
            </a:extLst>
          </p:cNvPr>
          <p:cNvSpPr txBox="1"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48BA75-2A11-435C-AF5F-3484004A1C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484325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>
            <a:extLst>
              <a:ext uri="{FF2B5EF4-FFF2-40B4-BE49-F238E27FC236}">
                <a16:creationId xmlns:a16="http://schemas.microsoft.com/office/drawing/2014/main" id="{319B43D2-17D4-B969-A4D5-47490F78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lIns="45719" rIns="45719"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defRPr/>
            </a:pPr>
            <a:endParaRPr lang="en-US" altLang="en-US"/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F9AECE02-394F-CA54-06B2-FF31B657FAC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6704013"/>
            <a:ext cx="9144000" cy="1984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45719" rIns="45719"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defRPr/>
            </a:pPr>
            <a:endParaRPr lang="en-US" altLang="en-US"/>
          </a:p>
        </p:txBody>
      </p:sp>
      <p:pic>
        <p:nvPicPr>
          <p:cNvPr id="4" name="Picture 10" descr="Picture 10">
            <a:extLst>
              <a:ext uri="{FF2B5EF4-FFF2-40B4-BE49-F238E27FC236}">
                <a16:creationId xmlns:a16="http://schemas.microsoft.com/office/drawing/2014/main" id="{9E267F08-376B-DF61-706A-66060CB27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5" name="Picture 10" descr="Picture 10">
            <a:extLst>
              <a:ext uri="{FF2B5EF4-FFF2-40B4-BE49-F238E27FC236}">
                <a16:creationId xmlns:a16="http://schemas.microsoft.com/office/drawing/2014/main" id="{30FAF9DB-30CC-9EE4-3E9F-FAF0D39B3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6" name="Group 3">
            <a:extLst>
              <a:ext uri="{FF2B5EF4-FFF2-40B4-BE49-F238E27FC236}">
                <a16:creationId xmlns:a16="http://schemas.microsoft.com/office/drawing/2014/main" id="{E0748C05-D5C0-53A3-0CBD-F3D5FF8FF761}"/>
              </a:ext>
            </a:extLst>
          </p:cNvPr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0" y="0"/>
            <a:chExt cx="2997000" cy="875878"/>
          </a:xfrm>
        </p:grpSpPr>
        <p:sp>
          <p:nvSpPr>
            <p:cNvPr id="7" name="CustomShape 4">
              <a:extLst>
                <a:ext uri="{FF2B5EF4-FFF2-40B4-BE49-F238E27FC236}">
                  <a16:creationId xmlns:a16="http://schemas.microsoft.com/office/drawing/2014/main" id="{4E1F977B-7CF2-EBB0-C928-10158E53F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97000" cy="837796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  <p:pic>
          <p:nvPicPr>
            <p:cNvPr id="8" name="Picture 9" descr="Picture 9">
              <a:extLst>
                <a:ext uri="{FF2B5EF4-FFF2-40B4-BE49-F238E27FC236}">
                  <a16:creationId xmlns:a16="http://schemas.microsoft.com/office/drawing/2014/main" id="{9CAAB746-7827-FA5E-170E-17D2CF95EB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718"/>
            <a:stretch>
              <a:fillRect/>
            </a:stretch>
          </p:blipFill>
          <p:spPr bwMode="auto"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9" name="CustomShape 5">
              <a:extLst>
                <a:ext uri="{FF2B5EF4-FFF2-40B4-BE49-F238E27FC236}">
                  <a16:creationId xmlns:a16="http://schemas.microsoft.com/office/drawing/2014/main" id="{7946193C-FC5C-1A65-67B2-DDCE27D6D0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975" y="190408"/>
              <a:ext cx="2076311" cy="6854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</p:grpSp>
      <p:pic>
        <p:nvPicPr>
          <p:cNvPr id="10" name="Picture 15" descr="Picture 15">
            <a:extLst>
              <a:ext uri="{FF2B5EF4-FFF2-40B4-BE49-F238E27FC236}">
                <a16:creationId xmlns:a16="http://schemas.microsoft.com/office/drawing/2014/main" id="{AE73186D-C83D-7441-2177-E6F5609A1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1" name="Picture 10" descr="Picture 10">
            <a:extLst>
              <a:ext uri="{FF2B5EF4-FFF2-40B4-BE49-F238E27FC236}">
                <a16:creationId xmlns:a16="http://schemas.microsoft.com/office/drawing/2014/main" id="{43721314-1010-5CF7-6B9C-C497624B8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12" name="Group 6">
            <a:extLst>
              <a:ext uri="{FF2B5EF4-FFF2-40B4-BE49-F238E27FC236}">
                <a16:creationId xmlns:a16="http://schemas.microsoft.com/office/drawing/2014/main" id="{067FEB31-4FE1-3BE9-9BF9-68D3C3418F25}"/>
              </a:ext>
            </a:extLst>
          </p:cNvPr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0" y="0"/>
            <a:chExt cx="2997000" cy="875878"/>
          </a:xfrm>
        </p:grpSpPr>
        <p:sp>
          <p:nvSpPr>
            <p:cNvPr id="13" name="CustomShape 7">
              <a:extLst>
                <a:ext uri="{FF2B5EF4-FFF2-40B4-BE49-F238E27FC236}">
                  <a16:creationId xmlns:a16="http://schemas.microsoft.com/office/drawing/2014/main" id="{18E772FC-5D8F-3E49-776B-C40A9B2AE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97000" cy="837796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  <p:pic>
          <p:nvPicPr>
            <p:cNvPr id="14" name="Picture 9" descr="Picture 9">
              <a:extLst>
                <a:ext uri="{FF2B5EF4-FFF2-40B4-BE49-F238E27FC236}">
                  <a16:creationId xmlns:a16="http://schemas.microsoft.com/office/drawing/2014/main" id="{0A2D9DC7-2773-F7FD-533D-99DF0FF05C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718"/>
            <a:stretch>
              <a:fillRect/>
            </a:stretch>
          </p:blipFill>
          <p:spPr bwMode="auto"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15" name="CustomShape 8">
              <a:extLst>
                <a:ext uri="{FF2B5EF4-FFF2-40B4-BE49-F238E27FC236}">
                  <a16:creationId xmlns:a16="http://schemas.microsoft.com/office/drawing/2014/main" id="{28C6D309-E081-1AB5-AB69-652827C366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975" y="190408"/>
              <a:ext cx="2076311" cy="6854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</p:grpSp>
      <p:pic>
        <p:nvPicPr>
          <p:cNvPr id="16" name="Picture 15" descr="Picture 15">
            <a:extLst>
              <a:ext uri="{FF2B5EF4-FFF2-40B4-BE49-F238E27FC236}">
                <a16:creationId xmlns:a16="http://schemas.microsoft.com/office/drawing/2014/main" id="{2D45CA20-96EC-8E29-17F5-C58F718D5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96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9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604519"/>
            <a:ext cx="4015800" cy="3977282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8" name="PlaceHolder 3"/>
          <p:cNvSpPr>
            <a:spLocks noGrp="1"/>
          </p:cNvSpPr>
          <p:nvPr>
            <p:ph type="body" sz="half" idx="21"/>
          </p:nvPr>
        </p:nvSpPr>
        <p:spPr>
          <a:xfrm>
            <a:off x="4674239" y="1604519"/>
            <a:ext cx="4015800" cy="397728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2D587F07-5DE1-ABD9-D009-7521CEB782B3}"/>
              </a:ext>
            </a:extLst>
          </p:cNvPr>
          <p:cNvSpPr txBox="1"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C4A20C-B4A9-45B7-BCCD-169408D9BDF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3297842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>
            <a:extLst>
              <a:ext uri="{FF2B5EF4-FFF2-40B4-BE49-F238E27FC236}">
                <a16:creationId xmlns:a16="http://schemas.microsoft.com/office/drawing/2014/main" id="{F99AF615-63D3-D68D-9E9B-4ADE586AF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lIns="45719" rIns="45719"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defRPr/>
            </a:pPr>
            <a:endParaRPr lang="en-US" altLang="en-US"/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213BB7A3-A98A-4948-170E-7F68CFBD329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6704013"/>
            <a:ext cx="9144000" cy="1984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45719" rIns="45719"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defRPr/>
            </a:pPr>
            <a:endParaRPr lang="en-US" altLang="en-US"/>
          </a:p>
        </p:txBody>
      </p:sp>
      <p:pic>
        <p:nvPicPr>
          <p:cNvPr id="4" name="Picture 10" descr="Picture 10">
            <a:extLst>
              <a:ext uri="{FF2B5EF4-FFF2-40B4-BE49-F238E27FC236}">
                <a16:creationId xmlns:a16="http://schemas.microsoft.com/office/drawing/2014/main" id="{DBB8C154-BA8E-D38A-C083-BCB9016E9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5" name="Picture 10" descr="Picture 10">
            <a:extLst>
              <a:ext uri="{FF2B5EF4-FFF2-40B4-BE49-F238E27FC236}">
                <a16:creationId xmlns:a16="http://schemas.microsoft.com/office/drawing/2014/main" id="{1FB57974-87E6-752B-6E16-107A5B019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6" name="Group 3">
            <a:extLst>
              <a:ext uri="{FF2B5EF4-FFF2-40B4-BE49-F238E27FC236}">
                <a16:creationId xmlns:a16="http://schemas.microsoft.com/office/drawing/2014/main" id="{C2FB867F-F3F9-98CC-2588-07A4F2B9BE8F}"/>
              </a:ext>
            </a:extLst>
          </p:cNvPr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0" y="0"/>
            <a:chExt cx="2997000" cy="875878"/>
          </a:xfrm>
        </p:grpSpPr>
        <p:sp>
          <p:nvSpPr>
            <p:cNvPr id="7" name="CustomShape 4">
              <a:extLst>
                <a:ext uri="{FF2B5EF4-FFF2-40B4-BE49-F238E27FC236}">
                  <a16:creationId xmlns:a16="http://schemas.microsoft.com/office/drawing/2014/main" id="{529EFA42-A114-BD97-69B2-410CD71A46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97000" cy="837796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  <p:pic>
          <p:nvPicPr>
            <p:cNvPr id="8" name="Picture 9" descr="Picture 9">
              <a:extLst>
                <a:ext uri="{FF2B5EF4-FFF2-40B4-BE49-F238E27FC236}">
                  <a16:creationId xmlns:a16="http://schemas.microsoft.com/office/drawing/2014/main" id="{C59D697A-DA0B-4393-FFC7-1D2EBE3A42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718"/>
            <a:stretch>
              <a:fillRect/>
            </a:stretch>
          </p:blipFill>
          <p:spPr bwMode="auto"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9" name="CustomShape 5">
              <a:extLst>
                <a:ext uri="{FF2B5EF4-FFF2-40B4-BE49-F238E27FC236}">
                  <a16:creationId xmlns:a16="http://schemas.microsoft.com/office/drawing/2014/main" id="{7A57720C-0DF4-AFD2-5299-72F6CBB2AA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975" y="190408"/>
              <a:ext cx="2076311" cy="6854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</p:grpSp>
      <p:pic>
        <p:nvPicPr>
          <p:cNvPr id="10" name="Picture 15" descr="Picture 15">
            <a:extLst>
              <a:ext uri="{FF2B5EF4-FFF2-40B4-BE49-F238E27FC236}">
                <a16:creationId xmlns:a16="http://schemas.microsoft.com/office/drawing/2014/main" id="{6A697407-3A32-3654-7721-E45394C18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1" name="Picture 10" descr="Picture 10">
            <a:extLst>
              <a:ext uri="{FF2B5EF4-FFF2-40B4-BE49-F238E27FC236}">
                <a16:creationId xmlns:a16="http://schemas.microsoft.com/office/drawing/2014/main" id="{C4A90639-20A3-7DCF-3399-028ADD02C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12" name="Group 6">
            <a:extLst>
              <a:ext uri="{FF2B5EF4-FFF2-40B4-BE49-F238E27FC236}">
                <a16:creationId xmlns:a16="http://schemas.microsoft.com/office/drawing/2014/main" id="{209D54F1-AF7D-A9C5-F395-AE3654AF1FE1}"/>
              </a:ext>
            </a:extLst>
          </p:cNvPr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0" y="0"/>
            <a:chExt cx="2997000" cy="875878"/>
          </a:xfrm>
        </p:grpSpPr>
        <p:sp>
          <p:nvSpPr>
            <p:cNvPr id="13" name="CustomShape 7">
              <a:extLst>
                <a:ext uri="{FF2B5EF4-FFF2-40B4-BE49-F238E27FC236}">
                  <a16:creationId xmlns:a16="http://schemas.microsoft.com/office/drawing/2014/main" id="{E1775278-45F3-9749-083B-1ADDACF3C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97000" cy="837796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  <p:pic>
          <p:nvPicPr>
            <p:cNvPr id="14" name="Picture 9" descr="Picture 9">
              <a:extLst>
                <a:ext uri="{FF2B5EF4-FFF2-40B4-BE49-F238E27FC236}">
                  <a16:creationId xmlns:a16="http://schemas.microsoft.com/office/drawing/2014/main" id="{894DB782-CDDB-390E-1A9D-9E4D6FB042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718"/>
            <a:stretch>
              <a:fillRect/>
            </a:stretch>
          </p:blipFill>
          <p:spPr bwMode="auto"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15" name="CustomShape 8">
              <a:extLst>
                <a:ext uri="{FF2B5EF4-FFF2-40B4-BE49-F238E27FC236}">
                  <a16:creationId xmlns:a16="http://schemas.microsoft.com/office/drawing/2014/main" id="{B1F79E0E-7ECA-B263-5C7F-494C35DCB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975" y="190408"/>
              <a:ext cx="2076311" cy="6854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</p:grpSp>
      <p:pic>
        <p:nvPicPr>
          <p:cNvPr id="16" name="Picture 15" descr="Picture 15">
            <a:extLst>
              <a:ext uri="{FF2B5EF4-FFF2-40B4-BE49-F238E27FC236}">
                <a16:creationId xmlns:a16="http://schemas.microsoft.com/office/drawing/2014/main" id="{30939B7D-634A-A165-D9A3-919F7BCF7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21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CD6A95E9-9B3E-0D99-E27B-0D0D6C3A26C8}"/>
              </a:ext>
            </a:extLst>
          </p:cNvPr>
          <p:cNvSpPr txBox="1"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506C4C-84D6-4308-A77D-4A3C746EF6D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5136525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>
            <a:extLst>
              <a:ext uri="{FF2B5EF4-FFF2-40B4-BE49-F238E27FC236}">
                <a16:creationId xmlns:a16="http://schemas.microsoft.com/office/drawing/2014/main" id="{5E92EFC4-8363-0265-B68E-40F6051F8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lIns="45719" rIns="45719"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defRPr/>
            </a:pPr>
            <a:endParaRPr lang="en-US" altLang="en-US"/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709A29B1-1D83-959F-D9F2-0414E668226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6704013"/>
            <a:ext cx="9144000" cy="1984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45719" rIns="45719"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defRPr/>
            </a:pPr>
            <a:endParaRPr lang="en-US" altLang="en-US"/>
          </a:p>
        </p:txBody>
      </p:sp>
      <p:pic>
        <p:nvPicPr>
          <p:cNvPr id="4" name="Picture 10" descr="Picture 10">
            <a:extLst>
              <a:ext uri="{FF2B5EF4-FFF2-40B4-BE49-F238E27FC236}">
                <a16:creationId xmlns:a16="http://schemas.microsoft.com/office/drawing/2014/main" id="{3784E3BE-A6D0-FA0F-55F1-81EAD52B4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5" name="Picture 10" descr="Picture 10">
            <a:extLst>
              <a:ext uri="{FF2B5EF4-FFF2-40B4-BE49-F238E27FC236}">
                <a16:creationId xmlns:a16="http://schemas.microsoft.com/office/drawing/2014/main" id="{BBC64741-E812-A662-8DBA-C0899BECA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6" name="Group 3">
            <a:extLst>
              <a:ext uri="{FF2B5EF4-FFF2-40B4-BE49-F238E27FC236}">
                <a16:creationId xmlns:a16="http://schemas.microsoft.com/office/drawing/2014/main" id="{FC7B40D8-BFDB-02E3-0EAA-F968BF114708}"/>
              </a:ext>
            </a:extLst>
          </p:cNvPr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0" y="0"/>
            <a:chExt cx="2997000" cy="875878"/>
          </a:xfrm>
        </p:grpSpPr>
        <p:sp>
          <p:nvSpPr>
            <p:cNvPr id="7" name="CustomShape 4">
              <a:extLst>
                <a:ext uri="{FF2B5EF4-FFF2-40B4-BE49-F238E27FC236}">
                  <a16:creationId xmlns:a16="http://schemas.microsoft.com/office/drawing/2014/main" id="{02FBACE2-43D4-16ED-99E4-80F9A07DAB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97000" cy="837796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  <p:pic>
          <p:nvPicPr>
            <p:cNvPr id="8" name="Picture 9" descr="Picture 9">
              <a:extLst>
                <a:ext uri="{FF2B5EF4-FFF2-40B4-BE49-F238E27FC236}">
                  <a16:creationId xmlns:a16="http://schemas.microsoft.com/office/drawing/2014/main" id="{19EBF805-C839-72B9-8F57-722AEE5640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718"/>
            <a:stretch>
              <a:fillRect/>
            </a:stretch>
          </p:blipFill>
          <p:spPr bwMode="auto"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9" name="CustomShape 5">
              <a:extLst>
                <a:ext uri="{FF2B5EF4-FFF2-40B4-BE49-F238E27FC236}">
                  <a16:creationId xmlns:a16="http://schemas.microsoft.com/office/drawing/2014/main" id="{5754F7B6-B02A-EC28-60D8-49EDC2F84A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975" y="190408"/>
              <a:ext cx="2076311" cy="6854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</p:grpSp>
      <p:pic>
        <p:nvPicPr>
          <p:cNvPr id="10" name="Picture 15" descr="Picture 15">
            <a:extLst>
              <a:ext uri="{FF2B5EF4-FFF2-40B4-BE49-F238E27FC236}">
                <a16:creationId xmlns:a16="http://schemas.microsoft.com/office/drawing/2014/main" id="{8D6D7661-E657-9C94-62F2-67752E5E5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1" name="Picture 10" descr="Picture 10">
            <a:extLst>
              <a:ext uri="{FF2B5EF4-FFF2-40B4-BE49-F238E27FC236}">
                <a16:creationId xmlns:a16="http://schemas.microsoft.com/office/drawing/2014/main" id="{781980A9-91EF-A7E4-67DF-C92D1FC41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12" name="Group 6">
            <a:extLst>
              <a:ext uri="{FF2B5EF4-FFF2-40B4-BE49-F238E27FC236}">
                <a16:creationId xmlns:a16="http://schemas.microsoft.com/office/drawing/2014/main" id="{EA6A0AD8-8623-DFB4-E2AA-8AFBDC1C895B}"/>
              </a:ext>
            </a:extLst>
          </p:cNvPr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0" y="0"/>
            <a:chExt cx="2997000" cy="875878"/>
          </a:xfrm>
        </p:grpSpPr>
        <p:sp>
          <p:nvSpPr>
            <p:cNvPr id="13" name="CustomShape 7">
              <a:extLst>
                <a:ext uri="{FF2B5EF4-FFF2-40B4-BE49-F238E27FC236}">
                  <a16:creationId xmlns:a16="http://schemas.microsoft.com/office/drawing/2014/main" id="{F2A683C3-EF68-25B2-D722-950D112E3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97000" cy="837796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  <p:pic>
          <p:nvPicPr>
            <p:cNvPr id="14" name="Picture 9" descr="Picture 9">
              <a:extLst>
                <a:ext uri="{FF2B5EF4-FFF2-40B4-BE49-F238E27FC236}">
                  <a16:creationId xmlns:a16="http://schemas.microsoft.com/office/drawing/2014/main" id="{17A58819-5A08-47F9-3924-6AC573A13E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718"/>
            <a:stretch>
              <a:fillRect/>
            </a:stretch>
          </p:blipFill>
          <p:spPr bwMode="auto"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15" name="CustomShape 8">
              <a:extLst>
                <a:ext uri="{FF2B5EF4-FFF2-40B4-BE49-F238E27FC236}">
                  <a16:creationId xmlns:a16="http://schemas.microsoft.com/office/drawing/2014/main" id="{FD5A0DAC-00FF-5523-9F8E-2DE32D7574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975" y="190408"/>
              <a:ext cx="2076311" cy="6854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</p:grpSp>
      <p:pic>
        <p:nvPicPr>
          <p:cNvPr id="16" name="Picture 15" descr="Picture 15">
            <a:extLst>
              <a:ext uri="{FF2B5EF4-FFF2-40B4-BE49-F238E27FC236}">
                <a16:creationId xmlns:a16="http://schemas.microsoft.com/office/drawing/2014/main" id="{D7E1320C-BC3A-24CE-CD4A-42511E899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4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0" y="0"/>
            <a:ext cx="5486040" cy="423828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D73523C7-5C42-5354-D5C1-E3A9FE16BED8}"/>
              </a:ext>
            </a:extLst>
          </p:cNvPr>
          <p:cNvSpPr txBox="1"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262B09-8F05-438D-8A77-0DD067F2FF5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344853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>
            <a:extLst>
              <a:ext uri="{FF2B5EF4-FFF2-40B4-BE49-F238E27FC236}">
                <a16:creationId xmlns:a16="http://schemas.microsoft.com/office/drawing/2014/main" id="{39D9B338-D5DE-F63F-8DF4-56B426E7C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lIns="45719" rIns="45719"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defRPr/>
            </a:pPr>
            <a:endParaRPr lang="en-US" altLang="en-US"/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5DD15D03-8B66-E138-3207-2ABB14DE2BE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6704013"/>
            <a:ext cx="9144000" cy="1984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45719" rIns="45719"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defRPr/>
            </a:pPr>
            <a:endParaRPr lang="en-US" altLang="en-US"/>
          </a:p>
        </p:txBody>
      </p:sp>
      <p:pic>
        <p:nvPicPr>
          <p:cNvPr id="4" name="Picture 10" descr="Picture 10">
            <a:extLst>
              <a:ext uri="{FF2B5EF4-FFF2-40B4-BE49-F238E27FC236}">
                <a16:creationId xmlns:a16="http://schemas.microsoft.com/office/drawing/2014/main" id="{3D6ED8A4-DCBB-9C8C-172A-D308A2B83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5" name="Picture 10" descr="Picture 10">
            <a:extLst>
              <a:ext uri="{FF2B5EF4-FFF2-40B4-BE49-F238E27FC236}">
                <a16:creationId xmlns:a16="http://schemas.microsoft.com/office/drawing/2014/main" id="{3C36411D-AE2C-89AA-3B33-296F4A0F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6" name="Group 3">
            <a:extLst>
              <a:ext uri="{FF2B5EF4-FFF2-40B4-BE49-F238E27FC236}">
                <a16:creationId xmlns:a16="http://schemas.microsoft.com/office/drawing/2014/main" id="{8A3B84CC-B3B1-0A70-66EB-F59CF6DAEB89}"/>
              </a:ext>
            </a:extLst>
          </p:cNvPr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0" y="0"/>
            <a:chExt cx="2997000" cy="875878"/>
          </a:xfrm>
        </p:grpSpPr>
        <p:sp>
          <p:nvSpPr>
            <p:cNvPr id="7" name="CustomShape 4">
              <a:extLst>
                <a:ext uri="{FF2B5EF4-FFF2-40B4-BE49-F238E27FC236}">
                  <a16:creationId xmlns:a16="http://schemas.microsoft.com/office/drawing/2014/main" id="{55D07AFA-E312-06D6-B1C8-ABD11BCF92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97000" cy="837796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  <p:pic>
          <p:nvPicPr>
            <p:cNvPr id="8" name="Picture 9" descr="Picture 9">
              <a:extLst>
                <a:ext uri="{FF2B5EF4-FFF2-40B4-BE49-F238E27FC236}">
                  <a16:creationId xmlns:a16="http://schemas.microsoft.com/office/drawing/2014/main" id="{544DD06A-FC07-4DA6-647D-55A6D001AE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718"/>
            <a:stretch>
              <a:fillRect/>
            </a:stretch>
          </p:blipFill>
          <p:spPr bwMode="auto"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9" name="CustomShape 5">
              <a:extLst>
                <a:ext uri="{FF2B5EF4-FFF2-40B4-BE49-F238E27FC236}">
                  <a16:creationId xmlns:a16="http://schemas.microsoft.com/office/drawing/2014/main" id="{D3C35B8C-1318-0CBD-FA70-4B60899EF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975" y="190408"/>
              <a:ext cx="2076311" cy="6854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</p:grpSp>
      <p:pic>
        <p:nvPicPr>
          <p:cNvPr id="10" name="Picture 15" descr="Picture 15">
            <a:extLst>
              <a:ext uri="{FF2B5EF4-FFF2-40B4-BE49-F238E27FC236}">
                <a16:creationId xmlns:a16="http://schemas.microsoft.com/office/drawing/2014/main" id="{57D7F198-020F-4602-28EB-CD3B6821E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1" name="Picture 10" descr="Picture 10">
            <a:extLst>
              <a:ext uri="{FF2B5EF4-FFF2-40B4-BE49-F238E27FC236}">
                <a16:creationId xmlns:a16="http://schemas.microsoft.com/office/drawing/2014/main" id="{C3C36F0C-A91F-E389-89C0-4EF80ABA4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12" name="Group 6">
            <a:extLst>
              <a:ext uri="{FF2B5EF4-FFF2-40B4-BE49-F238E27FC236}">
                <a16:creationId xmlns:a16="http://schemas.microsoft.com/office/drawing/2014/main" id="{D8D57535-5B1A-F221-0044-E3EC53768297}"/>
              </a:ext>
            </a:extLst>
          </p:cNvPr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0" y="0"/>
            <a:chExt cx="2997000" cy="875878"/>
          </a:xfrm>
        </p:grpSpPr>
        <p:sp>
          <p:nvSpPr>
            <p:cNvPr id="13" name="CustomShape 7">
              <a:extLst>
                <a:ext uri="{FF2B5EF4-FFF2-40B4-BE49-F238E27FC236}">
                  <a16:creationId xmlns:a16="http://schemas.microsoft.com/office/drawing/2014/main" id="{3E2332EE-2351-D936-F291-AC81E79B3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97000" cy="837796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  <p:pic>
          <p:nvPicPr>
            <p:cNvPr id="14" name="Picture 9" descr="Picture 9">
              <a:extLst>
                <a:ext uri="{FF2B5EF4-FFF2-40B4-BE49-F238E27FC236}">
                  <a16:creationId xmlns:a16="http://schemas.microsoft.com/office/drawing/2014/main" id="{7D383B2B-588C-6405-B66E-2254D1B259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718"/>
            <a:stretch>
              <a:fillRect/>
            </a:stretch>
          </p:blipFill>
          <p:spPr bwMode="auto"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15" name="CustomShape 8">
              <a:extLst>
                <a:ext uri="{FF2B5EF4-FFF2-40B4-BE49-F238E27FC236}">
                  <a16:creationId xmlns:a16="http://schemas.microsoft.com/office/drawing/2014/main" id="{8E1D99CC-DCFA-67BF-7E6D-E38D3FA34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975" y="190408"/>
              <a:ext cx="2076311" cy="6854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</p:grpSp>
      <p:pic>
        <p:nvPicPr>
          <p:cNvPr id="16" name="Picture 15" descr="Picture 15">
            <a:extLst>
              <a:ext uri="{FF2B5EF4-FFF2-40B4-BE49-F238E27FC236}">
                <a16:creationId xmlns:a16="http://schemas.microsoft.com/office/drawing/2014/main" id="{583C9D6B-0C66-7D64-A701-2D7417087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7" name="PlaceHolder 3">
            <a:extLst>
              <a:ext uri="{FF2B5EF4-FFF2-40B4-BE49-F238E27FC236}">
                <a16:creationId xmlns:a16="http://schemas.microsoft.com/office/drawing/2014/main" id="{D6352FD6-2A0F-55F9-9B34-58CF878A9920}"/>
              </a:ext>
            </a:extLst>
          </p:cNvPr>
          <p:cNvSpPr/>
          <p:nvPr/>
        </p:nvSpPr>
        <p:spPr>
          <a:xfrm>
            <a:off x="4673600" y="1604963"/>
            <a:ext cx="4016375" cy="397668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>
            <a:lvl1pPr marL="342900" indent="-341313"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4572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9144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13716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18288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7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16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4519"/>
            <a:ext cx="4015800" cy="1896842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0" name="PlaceHolder 4"/>
          <p:cNvSpPr>
            <a:spLocks noGrp="1"/>
          </p:cNvSpPr>
          <p:nvPr>
            <p:ph type="body" sz="quarter" idx="21"/>
          </p:nvPr>
        </p:nvSpPr>
        <p:spPr>
          <a:xfrm>
            <a:off x="457199" y="3682079"/>
            <a:ext cx="4015801" cy="18968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A2B944CC-A9E6-41EB-202A-29B9FB5971B0}"/>
              </a:ext>
            </a:extLst>
          </p:cNvPr>
          <p:cNvSpPr txBox="1"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BB9AC3-6651-4166-9658-F9DBEDB57F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3053047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>
            <a:extLst>
              <a:ext uri="{FF2B5EF4-FFF2-40B4-BE49-F238E27FC236}">
                <a16:creationId xmlns:a16="http://schemas.microsoft.com/office/drawing/2014/main" id="{1275BBD9-5A94-B50A-877C-117EDB43F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lIns="45719" rIns="45719"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defRPr/>
            </a:pPr>
            <a:endParaRPr lang="en-US" altLang="en-US"/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78655DB2-61BA-94DE-8409-857A71D1317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6704013"/>
            <a:ext cx="9144000" cy="1984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45719" rIns="45719"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defRPr/>
            </a:pPr>
            <a:endParaRPr lang="en-US" altLang="en-US"/>
          </a:p>
        </p:txBody>
      </p:sp>
      <p:pic>
        <p:nvPicPr>
          <p:cNvPr id="4" name="Picture 10" descr="Picture 10">
            <a:extLst>
              <a:ext uri="{FF2B5EF4-FFF2-40B4-BE49-F238E27FC236}">
                <a16:creationId xmlns:a16="http://schemas.microsoft.com/office/drawing/2014/main" id="{77710F71-1E82-DA98-E2AA-9BA05DA72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5" name="Picture 10" descr="Picture 10">
            <a:extLst>
              <a:ext uri="{FF2B5EF4-FFF2-40B4-BE49-F238E27FC236}">
                <a16:creationId xmlns:a16="http://schemas.microsoft.com/office/drawing/2014/main" id="{D479C96F-66C7-B108-5603-A973234C4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6" name="Group 3">
            <a:extLst>
              <a:ext uri="{FF2B5EF4-FFF2-40B4-BE49-F238E27FC236}">
                <a16:creationId xmlns:a16="http://schemas.microsoft.com/office/drawing/2014/main" id="{34BA272D-C3F3-C758-607B-9BB4BDA30A6A}"/>
              </a:ext>
            </a:extLst>
          </p:cNvPr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0" y="0"/>
            <a:chExt cx="2997000" cy="875878"/>
          </a:xfrm>
        </p:grpSpPr>
        <p:sp>
          <p:nvSpPr>
            <p:cNvPr id="7" name="CustomShape 4">
              <a:extLst>
                <a:ext uri="{FF2B5EF4-FFF2-40B4-BE49-F238E27FC236}">
                  <a16:creationId xmlns:a16="http://schemas.microsoft.com/office/drawing/2014/main" id="{DA9CA6FC-3111-CC09-9D0F-7F44F420E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97000" cy="837796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  <p:pic>
          <p:nvPicPr>
            <p:cNvPr id="8" name="Picture 9" descr="Picture 9">
              <a:extLst>
                <a:ext uri="{FF2B5EF4-FFF2-40B4-BE49-F238E27FC236}">
                  <a16:creationId xmlns:a16="http://schemas.microsoft.com/office/drawing/2014/main" id="{2D02338A-CA33-C754-CE50-258C8620FE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718"/>
            <a:stretch>
              <a:fillRect/>
            </a:stretch>
          </p:blipFill>
          <p:spPr bwMode="auto"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9" name="CustomShape 5">
              <a:extLst>
                <a:ext uri="{FF2B5EF4-FFF2-40B4-BE49-F238E27FC236}">
                  <a16:creationId xmlns:a16="http://schemas.microsoft.com/office/drawing/2014/main" id="{380A0178-1748-BF95-A9B3-D02DD8A526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975" y="190408"/>
              <a:ext cx="2076311" cy="6854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</p:grpSp>
      <p:pic>
        <p:nvPicPr>
          <p:cNvPr id="10" name="Picture 15" descr="Picture 15">
            <a:extLst>
              <a:ext uri="{FF2B5EF4-FFF2-40B4-BE49-F238E27FC236}">
                <a16:creationId xmlns:a16="http://schemas.microsoft.com/office/drawing/2014/main" id="{39F7CA46-F0F7-878F-BD14-4AFB98AF2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1" name="Picture 10" descr="Picture 10">
            <a:extLst>
              <a:ext uri="{FF2B5EF4-FFF2-40B4-BE49-F238E27FC236}">
                <a16:creationId xmlns:a16="http://schemas.microsoft.com/office/drawing/2014/main" id="{ACBC1E36-9721-5A6A-FEA4-FFB719D20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12" name="Group 6">
            <a:extLst>
              <a:ext uri="{FF2B5EF4-FFF2-40B4-BE49-F238E27FC236}">
                <a16:creationId xmlns:a16="http://schemas.microsoft.com/office/drawing/2014/main" id="{9B70AEF3-6866-48E3-5205-6444B8F44388}"/>
              </a:ext>
            </a:extLst>
          </p:cNvPr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0" y="0"/>
            <a:chExt cx="2997000" cy="875878"/>
          </a:xfrm>
        </p:grpSpPr>
        <p:sp>
          <p:nvSpPr>
            <p:cNvPr id="13" name="CustomShape 7">
              <a:extLst>
                <a:ext uri="{FF2B5EF4-FFF2-40B4-BE49-F238E27FC236}">
                  <a16:creationId xmlns:a16="http://schemas.microsoft.com/office/drawing/2014/main" id="{ED42B52B-D94B-8F09-5E46-138C498DD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97000" cy="837796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  <p:pic>
          <p:nvPicPr>
            <p:cNvPr id="14" name="Picture 9" descr="Picture 9">
              <a:extLst>
                <a:ext uri="{FF2B5EF4-FFF2-40B4-BE49-F238E27FC236}">
                  <a16:creationId xmlns:a16="http://schemas.microsoft.com/office/drawing/2014/main" id="{2D66DC69-04D7-DFFA-5D51-D99F4C4196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718"/>
            <a:stretch>
              <a:fillRect/>
            </a:stretch>
          </p:blipFill>
          <p:spPr bwMode="auto"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15" name="CustomShape 8">
              <a:extLst>
                <a:ext uri="{FF2B5EF4-FFF2-40B4-BE49-F238E27FC236}">
                  <a16:creationId xmlns:a16="http://schemas.microsoft.com/office/drawing/2014/main" id="{F4542AFC-92F1-9483-D86B-BC32ED1C7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975" y="190408"/>
              <a:ext cx="2076311" cy="6854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</p:grpSp>
      <p:pic>
        <p:nvPicPr>
          <p:cNvPr id="16" name="Picture 15" descr="Picture 15">
            <a:extLst>
              <a:ext uri="{FF2B5EF4-FFF2-40B4-BE49-F238E27FC236}">
                <a16:creationId xmlns:a16="http://schemas.microsoft.com/office/drawing/2014/main" id="{30965E12-118A-F9BA-0F0D-8413BA307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7" name="PlaceHolder 3">
            <a:extLst>
              <a:ext uri="{FF2B5EF4-FFF2-40B4-BE49-F238E27FC236}">
                <a16:creationId xmlns:a16="http://schemas.microsoft.com/office/drawing/2014/main" id="{EAE36881-2796-3528-5CDA-8FD199D2051C}"/>
              </a:ext>
            </a:extLst>
          </p:cNvPr>
          <p:cNvSpPr/>
          <p:nvPr/>
        </p:nvSpPr>
        <p:spPr>
          <a:xfrm>
            <a:off x="4673600" y="1604963"/>
            <a:ext cx="4016375" cy="18970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>
            <a:lvl1pPr marL="342900" indent="-341313"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4572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9144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13716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18288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3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19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604519"/>
            <a:ext cx="4015800" cy="3977282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6" name="PlaceHolder 4"/>
          <p:cNvSpPr>
            <a:spLocks noGrp="1"/>
          </p:cNvSpPr>
          <p:nvPr>
            <p:ph type="body" sz="quarter" idx="21"/>
          </p:nvPr>
        </p:nvSpPr>
        <p:spPr>
          <a:xfrm>
            <a:off x="4674239" y="3682079"/>
            <a:ext cx="4015800" cy="18968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8DB91802-402A-43FA-1830-DA303B153852}"/>
              </a:ext>
            </a:extLst>
          </p:cNvPr>
          <p:cNvSpPr txBox="1"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5288EF-BC7A-49B8-82F9-0FC79B08A9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0402848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>
            <a:extLst>
              <a:ext uri="{FF2B5EF4-FFF2-40B4-BE49-F238E27FC236}">
                <a16:creationId xmlns:a16="http://schemas.microsoft.com/office/drawing/2014/main" id="{DF01EE3C-DA85-38A5-F88B-876F0BC53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lIns="45719" rIns="45719"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defRPr/>
            </a:pPr>
            <a:endParaRPr lang="en-US" altLang="en-US"/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BCD1C271-C141-9FC4-F7D8-3B4436BEF81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6704013"/>
            <a:ext cx="9144000" cy="1984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45719" rIns="45719"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defRPr/>
            </a:pPr>
            <a:endParaRPr lang="en-US" altLang="en-US"/>
          </a:p>
        </p:txBody>
      </p:sp>
      <p:pic>
        <p:nvPicPr>
          <p:cNvPr id="4" name="Picture 10" descr="Picture 10">
            <a:extLst>
              <a:ext uri="{FF2B5EF4-FFF2-40B4-BE49-F238E27FC236}">
                <a16:creationId xmlns:a16="http://schemas.microsoft.com/office/drawing/2014/main" id="{75D959D9-E8C0-8C66-098C-76FCE1FCA2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5" name="Picture 10" descr="Picture 10">
            <a:extLst>
              <a:ext uri="{FF2B5EF4-FFF2-40B4-BE49-F238E27FC236}">
                <a16:creationId xmlns:a16="http://schemas.microsoft.com/office/drawing/2014/main" id="{4D2F8F69-EC8E-E7D7-1303-C428353F7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6" name="Group 3">
            <a:extLst>
              <a:ext uri="{FF2B5EF4-FFF2-40B4-BE49-F238E27FC236}">
                <a16:creationId xmlns:a16="http://schemas.microsoft.com/office/drawing/2014/main" id="{762639C2-3126-AE33-B6C3-B255B58F8032}"/>
              </a:ext>
            </a:extLst>
          </p:cNvPr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0" y="0"/>
            <a:chExt cx="2997000" cy="875878"/>
          </a:xfrm>
        </p:grpSpPr>
        <p:sp>
          <p:nvSpPr>
            <p:cNvPr id="7" name="CustomShape 4">
              <a:extLst>
                <a:ext uri="{FF2B5EF4-FFF2-40B4-BE49-F238E27FC236}">
                  <a16:creationId xmlns:a16="http://schemas.microsoft.com/office/drawing/2014/main" id="{6DD2E69A-9643-0A12-2F91-BDAD27BEFC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97000" cy="837796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  <p:pic>
          <p:nvPicPr>
            <p:cNvPr id="8" name="Picture 9" descr="Picture 9">
              <a:extLst>
                <a:ext uri="{FF2B5EF4-FFF2-40B4-BE49-F238E27FC236}">
                  <a16:creationId xmlns:a16="http://schemas.microsoft.com/office/drawing/2014/main" id="{B230C8C4-69A7-EA92-E0DE-BB337C2D1C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718"/>
            <a:stretch>
              <a:fillRect/>
            </a:stretch>
          </p:blipFill>
          <p:spPr bwMode="auto"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9" name="CustomShape 5">
              <a:extLst>
                <a:ext uri="{FF2B5EF4-FFF2-40B4-BE49-F238E27FC236}">
                  <a16:creationId xmlns:a16="http://schemas.microsoft.com/office/drawing/2014/main" id="{40AF21C3-CD6F-FF4A-0DF1-314740DCBE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975" y="190408"/>
              <a:ext cx="2076311" cy="6854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</p:grpSp>
      <p:pic>
        <p:nvPicPr>
          <p:cNvPr id="10" name="Picture 15" descr="Picture 15">
            <a:extLst>
              <a:ext uri="{FF2B5EF4-FFF2-40B4-BE49-F238E27FC236}">
                <a16:creationId xmlns:a16="http://schemas.microsoft.com/office/drawing/2014/main" id="{6BA153D7-D853-E3CD-7B88-C895F8F6B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1" name="Picture 10" descr="Picture 10">
            <a:extLst>
              <a:ext uri="{FF2B5EF4-FFF2-40B4-BE49-F238E27FC236}">
                <a16:creationId xmlns:a16="http://schemas.microsoft.com/office/drawing/2014/main" id="{E96AD639-A835-433A-C417-7A76AA11F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12" name="Group 6">
            <a:extLst>
              <a:ext uri="{FF2B5EF4-FFF2-40B4-BE49-F238E27FC236}">
                <a16:creationId xmlns:a16="http://schemas.microsoft.com/office/drawing/2014/main" id="{D97454C1-0E9B-7B78-45DA-694B3B86CFB9}"/>
              </a:ext>
            </a:extLst>
          </p:cNvPr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0" y="0"/>
            <a:chExt cx="2997000" cy="875878"/>
          </a:xfrm>
        </p:grpSpPr>
        <p:sp>
          <p:nvSpPr>
            <p:cNvPr id="13" name="CustomShape 7">
              <a:extLst>
                <a:ext uri="{FF2B5EF4-FFF2-40B4-BE49-F238E27FC236}">
                  <a16:creationId xmlns:a16="http://schemas.microsoft.com/office/drawing/2014/main" id="{6EB5BEFD-2EAD-D92E-057D-1479ABD4F9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97000" cy="837796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  <p:pic>
          <p:nvPicPr>
            <p:cNvPr id="14" name="Picture 9" descr="Picture 9">
              <a:extLst>
                <a:ext uri="{FF2B5EF4-FFF2-40B4-BE49-F238E27FC236}">
                  <a16:creationId xmlns:a16="http://schemas.microsoft.com/office/drawing/2014/main" id="{ED1ECF36-31BF-E309-17C8-9C29CE89F8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718"/>
            <a:stretch>
              <a:fillRect/>
            </a:stretch>
          </p:blipFill>
          <p:spPr bwMode="auto"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15" name="CustomShape 8">
              <a:extLst>
                <a:ext uri="{FF2B5EF4-FFF2-40B4-BE49-F238E27FC236}">
                  <a16:creationId xmlns:a16="http://schemas.microsoft.com/office/drawing/2014/main" id="{5DEB0426-4DDC-D58B-2DE6-2CB52A314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975" y="190408"/>
              <a:ext cx="2076311" cy="6854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</p:grpSp>
      <p:pic>
        <p:nvPicPr>
          <p:cNvPr id="16" name="Picture 15" descr="Picture 15">
            <a:extLst>
              <a:ext uri="{FF2B5EF4-FFF2-40B4-BE49-F238E27FC236}">
                <a16:creationId xmlns:a16="http://schemas.microsoft.com/office/drawing/2014/main" id="{1D9EACB7-4936-F878-D866-9D5DE7014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7" name="PlaceHolder 3">
            <a:extLst>
              <a:ext uri="{FF2B5EF4-FFF2-40B4-BE49-F238E27FC236}">
                <a16:creationId xmlns:a16="http://schemas.microsoft.com/office/drawing/2014/main" id="{FE65B6F5-21B9-0B0E-F09D-B79BDCDF8A8F}"/>
              </a:ext>
            </a:extLst>
          </p:cNvPr>
          <p:cNvSpPr/>
          <p:nvPr/>
        </p:nvSpPr>
        <p:spPr>
          <a:xfrm>
            <a:off x="4673600" y="1604963"/>
            <a:ext cx="4016375" cy="18970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>
            <a:lvl1pPr marL="342900" indent="-341313"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4572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9144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13716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18288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19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22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4519"/>
            <a:ext cx="4015800" cy="1896842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2" name="PlaceHolder 4"/>
          <p:cNvSpPr>
            <a:spLocks noGrp="1"/>
          </p:cNvSpPr>
          <p:nvPr>
            <p:ph type="body" sz="half" idx="21"/>
          </p:nvPr>
        </p:nvSpPr>
        <p:spPr>
          <a:xfrm>
            <a:off x="457199" y="3682079"/>
            <a:ext cx="8229242" cy="18968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3292641-3EBF-5CA6-6032-B6A77ABD73ED}"/>
              </a:ext>
            </a:extLst>
          </p:cNvPr>
          <p:cNvSpPr txBox="1"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9F3145-5C5E-438F-AF43-329C4E56A7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872924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>
            <a:extLst>
              <a:ext uri="{FF2B5EF4-FFF2-40B4-BE49-F238E27FC236}">
                <a16:creationId xmlns:a16="http://schemas.microsoft.com/office/drawing/2014/main" id="{E401BCB9-85BF-4FCB-A9D0-1C027B3AC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lIns="45719" rIns="45719"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defRPr/>
            </a:pPr>
            <a:endParaRPr lang="en-US" altLang="en-US"/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6155C77A-D5D6-09D7-198B-9647A4EB25F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6704013"/>
            <a:ext cx="9144000" cy="1984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45719" rIns="45719"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defRPr/>
            </a:pPr>
            <a:endParaRPr lang="en-US" altLang="en-US"/>
          </a:p>
        </p:txBody>
      </p:sp>
      <p:pic>
        <p:nvPicPr>
          <p:cNvPr id="4" name="Picture 10" descr="Picture 10">
            <a:extLst>
              <a:ext uri="{FF2B5EF4-FFF2-40B4-BE49-F238E27FC236}">
                <a16:creationId xmlns:a16="http://schemas.microsoft.com/office/drawing/2014/main" id="{901D9C7C-E318-BE6B-C181-2FE40A4E8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5" name="Picture 10" descr="Picture 10">
            <a:extLst>
              <a:ext uri="{FF2B5EF4-FFF2-40B4-BE49-F238E27FC236}">
                <a16:creationId xmlns:a16="http://schemas.microsoft.com/office/drawing/2014/main" id="{DA33F08C-6FB0-D1BE-10D9-10274E85A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6" name="Group 3">
            <a:extLst>
              <a:ext uri="{FF2B5EF4-FFF2-40B4-BE49-F238E27FC236}">
                <a16:creationId xmlns:a16="http://schemas.microsoft.com/office/drawing/2014/main" id="{68CDBBE2-CA76-754D-1D72-56A4C02538C4}"/>
              </a:ext>
            </a:extLst>
          </p:cNvPr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0" y="0"/>
            <a:chExt cx="2997000" cy="875878"/>
          </a:xfrm>
        </p:grpSpPr>
        <p:sp>
          <p:nvSpPr>
            <p:cNvPr id="7" name="CustomShape 4">
              <a:extLst>
                <a:ext uri="{FF2B5EF4-FFF2-40B4-BE49-F238E27FC236}">
                  <a16:creationId xmlns:a16="http://schemas.microsoft.com/office/drawing/2014/main" id="{43BAA58D-23C3-B986-C632-69A7D0ACB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97000" cy="837796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  <p:pic>
          <p:nvPicPr>
            <p:cNvPr id="8" name="Picture 9" descr="Picture 9">
              <a:extLst>
                <a:ext uri="{FF2B5EF4-FFF2-40B4-BE49-F238E27FC236}">
                  <a16:creationId xmlns:a16="http://schemas.microsoft.com/office/drawing/2014/main" id="{6FEC4A0A-E959-F036-2DE9-2B7C6D6051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718"/>
            <a:stretch>
              <a:fillRect/>
            </a:stretch>
          </p:blipFill>
          <p:spPr bwMode="auto"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9" name="CustomShape 5">
              <a:extLst>
                <a:ext uri="{FF2B5EF4-FFF2-40B4-BE49-F238E27FC236}">
                  <a16:creationId xmlns:a16="http://schemas.microsoft.com/office/drawing/2014/main" id="{BEA93409-D0BA-A89D-27CA-C3AD08E68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975" y="190408"/>
              <a:ext cx="2076311" cy="6854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</p:grpSp>
      <p:pic>
        <p:nvPicPr>
          <p:cNvPr id="10" name="Picture 15" descr="Picture 15">
            <a:extLst>
              <a:ext uri="{FF2B5EF4-FFF2-40B4-BE49-F238E27FC236}">
                <a16:creationId xmlns:a16="http://schemas.microsoft.com/office/drawing/2014/main" id="{C8818CB9-DCAE-282B-F648-2381CB244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1" name="Picture 10" descr="Picture 10">
            <a:extLst>
              <a:ext uri="{FF2B5EF4-FFF2-40B4-BE49-F238E27FC236}">
                <a16:creationId xmlns:a16="http://schemas.microsoft.com/office/drawing/2014/main" id="{17F62991-82E3-8EDF-3A3A-CF6729414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12" name="Group 6">
            <a:extLst>
              <a:ext uri="{FF2B5EF4-FFF2-40B4-BE49-F238E27FC236}">
                <a16:creationId xmlns:a16="http://schemas.microsoft.com/office/drawing/2014/main" id="{7627B189-88DB-1F6C-116A-D7B71A63B388}"/>
              </a:ext>
            </a:extLst>
          </p:cNvPr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0" y="0"/>
            <a:chExt cx="2997000" cy="875878"/>
          </a:xfrm>
        </p:grpSpPr>
        <p:sp>
          <p:nvSpPr>
            <p:cNvPr id="13" name="CustomShape 7">
              <a:extLst>
                <a:ext uri="{FF2B5EF4-FFF2-40B4-BE49-F238E27FC236}">
                  <a16:creationId xmlns:a16="http://schemas.microsoft.com/office/drawing/2014/main" id="{50F3BD79-B5D2-A90D-AE31-C7242C59A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97000" cy="837796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  <p:pic>
          <p:nvPicPr>
            <p:cNvPr id="14" name="Picture 9" descr="Picture 9">
              <a:extLst>
                <a:ext uri="{FF2B5EF4-FFF2-40B4-BE49-F238E27FC236}">
                  <a16:creationId xmlns:a16="http://schemas.microsoft.com/office/drawing/2014/main" id="{70CFD8E9-7AB6-3361-762C-9FCE8E14DD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718"/>
            <a:stretch>
              <a:fillRect/>
            </a:stretch>
          </p:blipFill>
          <p:spPr bwMode="auto"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15" name="CustomShape 8">
              <a:extLst>
                <a:ext uri="{FF2B5EF4-FFF2-40B4-BE49-F238E27FC236}">
                  <a16:creationId xmlns:a16="http://schemas.microsoft.com/office/drawing/2014/main" id="{9BE71829-A267-D5C1-F350-108809277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975" y="190408"/>
              <a:ext cx="2076311" cy="6854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</p:grpSp>
      <p:pic>
        <p:nvPicPr>
          <p:cNvPr id="16" name="Picture 15" descr="Picture 15">
            <a:extLst>
              <a:ext uri="{FF2B5EF4-FFF2-40B4-BE49-F238E27FC236}">
                <a16:creationId xmlns:a16="http://schemas.microsoft.com/office/drawing/2014/main" id="{49E48721-0FF9-E49C-7A0B-75DFC9F5C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245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24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604519"/>
            <a:ext cx="8229241" cy="1896842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7" name="PlaceHolder 3"/>
          <p:cNvSpPr>
            <a:spLocks noGrp="1"/>
          </p:cNvSpPr>
          <p:nvPr>
            <p:ph type="body" sz="half" idx="21"/>
          </p:nvPr>
        </p:nvSpPr>
        <p:spPr>
          <a:xfrm>
            <a:off x="457199" y="3682079"/>
            <a:ext cx="8229242" cy="18968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4A8FE016-54FD-9B1D-174F-0FFD585E42B1}"/>
              </a:ext>
            </a:extLst>
          </p:cNvPr>
          <p:cNvSpPr txBox="1"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04744D-8318-4F52-87C7-B8BF7247E4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953937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>
            <a:extLst>
              <a:ext uri="{FF2B5EF4-FFF2-40B4-BE49-F238E27FC236}">
                <a16:creationId xmlns:a16="http://schemas.microsoft.com/office/drawing/2014/main" id="{6A297C86-83A4-6EB9-4013-A63BF0947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lIns="45719" rIns="45719"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defRPr/>
            </a:pPr>
            <a:endParaRPr lang="en-US" altLang="en-US"/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46A7528C-BF9F-6442-630A-23436A46C49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6704013"/>
            <a:ext cx="9144000" cy="1984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45719" rIns="45719"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defRPr/>
            </a:pPr>
            <a:endParaRPr lang="en-US" altLang="en-US"/>
          </a:p>
        </p:txBody>
      </p:sp>
      <p:pic>
        <p:nvPicPr>
          <p:cNvPr id="4" name="Picture 10" descr="Picture 10">
            <a:extLst>
              <a:ext uri="{FF2B5EF4-FFF2-40B4-BE49-F238E27FC236}">
                <a16:creationId xmlns:a16="http://schemas.microsoft.com/office/drawing/2014/main" id="{1562C492-0951-6409-6359-44DA7A08B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5" name="Picture 10" descr="Picture 10">
            <a:extLst>
              <a:ext uri="{FF2B5EF4-FFF2-40B4-BE49-F238E27FC236}">
                <a16:creationId xmlns:a16="http://schemas.microsoft.com/office/drawing/2014/main" id="{6AE97602-2446-6416-BF2E-C29E67659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6" name="Group 3">
            <a:extLst>
              <a:ext uri="{FF2B5EF4-FFF2-40B4-BE49-F238E27FC236}">
                <a16:creationId xmlns:a16="http://schemas.microsoft.com/office/drawing/2014/main" id="{24971B18-4F42-6B7F-9724-D08BE263D708}"/>
              </a:ext>
            </a:extLst>
          </p:cNvPr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0" y="0"/>
            <a:chExt cx="2997000" cy="875878"/>
          </a:xfrm>
        </p:grpSpPr>
        <p:sp>
          <p:nvSpPr>
            <p:cNvPr id="7" name="CustomShape 4">
              <a:extLst>
                <a:ext uri="{FF2B5EF4-FFF2-40B4-BE49-F238E27FC236}">
                  <a16:creationId xmlns:a16="http://schemas.microsoft.com/office/drawing/2014/main" id="{243EF0ED-C089-1014-443A-A75F2690B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97000" cy="837796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  <p:pic>
          <p:nvPicPr>
            <p:cNvPr id="8" name="Picture 9" descr="Picture 9">
              <a:extLst>
                <a:ext uri="{FF2B5EF4-FFF2-40B4-BE49-F238E27FC236}">
                  <a16:creationId xmlns:a16="http://schemas.microsoft.com/office/drawing/2014/main" id="{A105DB0E-D41A-C35C-D0F9-B88AD4621D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718"/>
            <a:stretch>
              <a:fillRect/>
            </a:stretch>
          </p:blipFill>
          <p:spPr bwMode="auto"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9" name="CustomShape 5">
              <a:extLst>
                <a:ext uri="{FF2B5EF4-FFF2-40B4-BE49-F238E27FC236}">
                  <a16:creationId xmlns:a16="http://schemas.microsoft.com/office/drawing/2014/main" id="{0AA5A777-DE69-96B3-D1E0-6C10BCA530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975" y="190408"/>
              <a:ext cx="2076311" cy="6854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</p:grpSp>
      <p:pic>
        <p:nvPicPr>
          <p:cNvPr id="10" name="Picture 15" descr="Picture 15">
            <a:extLst>
              <a:ext uri="{FF2B5EF4-FFF2-40B4-BE49-F238E27FC236}">
                <a16:creationId xmlns:a16="http://schemas.microsoft.com/office/drawing/2014/main" id="{EAC73CCF-6AC3-9D44-8796-6185A98FB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1" name="Picture 10" descr="Picture 10">
            <a:extLst>
              <a:ext uri="{FF2B5EF4-FFF2-40B4-BE49-F238E27FC236}">
                <a16:creationId xmlns:a16="http://schemas.microsoft.com/office/drawing/2014/main" id="{2640579B-58FE-48EF-9042-70F6F8F05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12" name="Group 6">
            <a:extLst>
              <a:ext uri="{FF2B5EF4-FFF2-40B4-BE49-F238E27FC236}">
                <a16:creationId xmlns:a16="http://schemas.microsoft.com/office/drawing/2014/main" id="{793D0C12-CE91-C6E9-AC3F-C629326BEF16}"/>
              </a:ext>
            </a:extLst>
          </p:cNvPr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0" y="0"/>
            <a:chExt cx="2997000" cy="875878"/>
          </a:xfrm>
        </p:grpSpPr>
        <p:sp>
          <p:nvSpPr>
            <p:cNvPr id="13" name="CustomShape 7">
              <a:extLst>
                <a:ext uri="{FF2B5EF4-FFF2-40B4-BE49-F238E27FC236}">
                  <a16:creationId xmlns:a16="http://schemas.microsoft.com/office/drawing/2014/main" id="{530C780E-B0F5-95CE-7B7A-41721DF4C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97000" cy="837796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  <p:pic>
          <p:nvPicPr>
            <p:cNvPr id="14" name="Picture 9" descr="Picture 9">
              <a:extLst>
                <a:ext uri="{FF2B5EF4-FFF2-40B4-BE49-F238E27FC236}">
                  <a16:creationId xmlns:a16="http://schemas.microsoft.com/office/drawing/2014/main" id="{EBB63F95-EA28-7E51-6543-B1F6E61C53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718"/>
            <a:stretch>
              <a:fillRect/>
            </a:stretch>
          </p:blipFill>
          <p:spPr bwMode="auto"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15" name="CustomShape 8">
              <a:extLst>
                <a:ext uri="{FF2B5EF4-FFF2-40B4-BE49-F238E27FC236}">
                  <a16:creationId xmlns:a16="http://schemas.microsoft.com/office/drawing/2014/main" id="{5C46671A-36C1-B4C4-4D51-8CC850B53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975" y="190408"/>
              <a:ext cx="2076311" cy="6854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</p:grpSp>
      <p:pic>
        <p:nvPicPr>
          <p:cNvPr id="16" name="Picture 15" descr="Picture 15">
            <a:extLst>
              <a:ext uri="{FF2B5EF4-FFF2-40B4-BE49-F238E27FC236}">
                <a16:creationId xmlns:a16="http://schemas.microsoft.com/office/drawing/2014/main" id="{35F94B1A-DC1A-511E-1DBA-FDC482D07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7" name="PlaceHolder 3">
            <a:extLst>
              <a:ext uri="{FF2B5EF4-FFF2-40B4-BE49-F238E27FC236}">
                <a16:creationId xmlns:a16="http://schemas.microsoft.com/office/drawing/2014/main" id="{B0B77F7D-726C-314F-E339-34B08FE974AB}"/>
              </a:ext>
            </a:extLst>
          </p:cNvPr>
          <p:cNvSpPr/>
          <p:nvPr/>
        </p:nvSpPr>
        <p:spPr>
          <a:xfrm>
            <a:off x="4673600" y="1604963"/>
            <a:ext cx="4016375" cy="18970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>
            <a:lvl1pPr marL="342900" indent="-341313"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4572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9144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13716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18288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" name="PlaceHolder 4">
            <a:extLst>
              <a:ext uri="{FF2B5EF4-FFF2-40B4-BE49-F238E27FC236}">
                <a16:creationId xmlns:a16="http://schemas.microsoft.com/office/drawing/2014/main" id="{1563C28A-4EEA-9DCD-D90B-E5B45DCF7D2D}"/>
              </a:ext>
            </a:extLst>
          </p:cNvPr>
          <p:cNvSpPr/>
          <p:nvPr/>
        </p:nvSpPr>
        <p:spPr>
          <a:xfrm>
            <a:off x="457200" y="3681413"/>
            <a:ext cx="4016375" cy="18970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>
            <a:lvl1pPr marL="342900" indent="-341313"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4572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9144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13716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18288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70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27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4519"/>
            <a:ext cx="4015800" cy="1896842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4" name="PlaceHolder 5"/>
          <p:cNvSpPr>
            <a:spLocks noGrp="1"/>
          </p:cNvSpPr>
          <p:nvPr>
            <p:ph type="body" sz="quarter" idx="21"/>
          </p:nvPr>
        </p:nvSpPr>
        <p:spPr>
          <a:xfrm>
            <a:off x="4674239" y="3682079"/>
            <a:ext cx="4015800" cy="18968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  <p:sp>
        <p:nvSpPr>
          <p:cNvPr id="19" name="Slide Number">
            <a:extLst>
              <a:ext uri="{FF2B5EF4-FFF2-40B4-BE49-F238E27FC236}">
                <a16:creationId xmlns:a16="http://schemas.microsoft.com/office/drawing/2014/main" id="{98BD7A94-269C-A545-6346-75A3DA45557C}"/>
              </a:ext>
            </a:extLst>
          </p:cNvPr>
          <p:cNvSpPr txBox="1"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CF4BA2-28F7-44C9-88AF-1D524A0BB9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2900488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>
            <a:extLst>
              <a:ext uri="{FF2B5EF4-FFF2-40B4-BE49-F238E27FC236}">
                <a16:creationId xmlns:a16="http://schemas.microsoft.com/office/drawing/2014/main" id="{61C7E8A2-BDD8-91DD-DB15-D3477DBBB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lIns="45719" rIns="45719"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defRPr/>
            </a:pPr>
            <a:endParaRPr lang="en-US" altLang="en-US"/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C72E2310-56EF-D70D-06E4-47B6EF8BB3B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6704013"/>
            <a:ext cx="9144000" cy="1984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45719" rIns="45719"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defRPr/>
            </a:pPr>
            <a:endParaRPr lang="en-US" altLang="en-US"/>
          </a:p>
        </p:txBody>
      </p:sp>
      <p:pic>
        <p:nvPicPr>
          <p:cNvPr id="4" name="Picture 10" descr="Picture 10">
            <a:extLst>
              <a:ext uri="{FF2B5EF4-FFF2-40B4-BE49-F238E27FC236}">
                <a16:creationId xmlns:a16="http://schemas.microsoft.com/office/drawing/2014/main" id="{AD546FB2-0BE0-0432-40CD-A4ABB558F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5" name="Picture 10" descr="Picture 10">
            <a:extLst>
              <a:ext uri="{FF2B5EF4-FFF2-40B4-BE49-F238E27FC236}">
                <a16:creationId xmlns:a16="http://schemas.microsoft.com/office/drawing/2014/main" id="{0050B37F-C503-A6D3-4893-0740EE230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6" name="Group 3">
            <a:extLst>
              <a:ext uri="{FF2B5EF4-FFF2-40B4-BE49-F238E27FC236}">
                <a16:creationId xmlns:a16="http://schemas.microsoft.com/office/drawing/2014/main" id="{8D043C63-4DA2-8181-C74C-D5B995814278}"/>
              </a:ext>
            </a:extLst>
          </p:cNvPr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0" y="0"/>
            <a:chExt cx="2997000" cy="875878"/>
          </a:xfrm>
        </p:grpSpPr>
        <p:sp>
          <p:nvSpPr>
            <p:cNvPr id="7" name="CustomShape 4">
              <a:extLst>
                <a:ext uri="{FF2B5EF4-FFF2-40B4-BE49-F238E27FC236}">
                  <a16:creationId xmlns:a16="http://schemas.microsoft.com/office/drawing/2014/main" id="{BAC842FC-9FB6-3580-A068-DBD03AB49A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97000" cy="837796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  <p:pic>
          <p:nvPicPr>
            <p:cNvPr id="8" name="Picture 9" descr="Picture 9">
              <a:extLst>
                <a:ext uri="{FF2B5EF4-FFF2-40B4-BE49-F238E27FC236}">
                  <a16:creationId xmlns:a16="http://schemas.microsoft.com/office/drawing/2014/main" id="{2B0D379F-5951-E1EE-A605-28FBC7B0F9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718"/>
            <a:stretch>
              <a:fillRect/>
            </a:stretch>
          </p:blipFill>
          <p:spPr bwMode="auto"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9" name="CustomShape 5">
              <a:extLst>
                <a:ext uri="{FF2B5EF4-FFF2-40B4-BE49-F238E27FC236}">
                  <a16:creationId xmlns:a16="http://schemas.microsoft.com/office/drawing/2014/main" id="{E4D22C8A-AB07-80D7-A3AB-6159B6B5DF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975" y="190408"/>
              <a:ext cx="2076311" cy="6854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</p:grpSp>
      <p:pic>
        <p:nvPicPr>
          <p:cNvPr id="10" name="Picture 15" descr="Picture 15">
            <a:extLst>
              <a:ext uri="{FF2B5EF4-FFF2-40B4-BE49-F238E27FC236}">
                <a16:creationId xmlns:a16="http://schemas.microsoft.com/office/drawing/2014/main" id="{1E047C6F-0938-7E56-EF3C-A3D10AF1B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1" name="Picture 10" descr="Picture 10">
            <a:extLst>
              <a:ext uri="{FF2B5EF4-FFF2-40B4-BE49-F238E27FC236}">
                <a16:creationId xmlns:a16="http://schemas.microsoft.com/office/drawing/2014/main" id="{5876F2E1-7B4E-FA1B-E312-867F15672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12" name="Group 6">
            <a:extLst>
              <a:ext uri="{FF2B5EF4-FFF2-40B4-BE49-F238E27FC236}">
                <a16:creationId xmlns:a16="http://schemas.microsoft.com/office/drawing/2014/main" id="{4AD19BEE-4639-F8EC-742C-9558E770DA8C}"/>
              </a:ext>
            </a:extLst>
          </p:cNvPr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0" y="0"/>
            <a:chExt cx="2997000" cy="875878"/>
          </a:xfrm>
        </p:grpSpPr>
        <p:sp>
          <p:nvSpPr>
            <p:cNvPr id="13" name="CustomShape 7">
              <a:extLst>
                <a:ext uri="{FF2B5EF4-FFF2-40B4-BE49-F238E27FC236}">
                  <a16:creationId xmlns:a16="http://schemas.microsoft.com/office/drawing/2014/main" id="{6059FFE0-2CC7-F822-7328-B5846A5FB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97000" cy="837796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  <p:pic>
          <p:nvPicPr>
            <p:cNvPr id="14" name="Picture 9" descr="Picture 9">
              <a:extLst>
                <a:ext uri="{FF2B5EF4-FFF2-40B4-BE49-F238E27FC236}">
                  <a16:creationId xmlns:a16="http://schemas.microsoft.com/office/drawing/2014/main" id="{ACE32481-A882-081B-F6CB-A95E2D4020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718"/>
            <a:stretch>
              <a:fillRect/>
            </a:stretch>
          </p:blipFill>
          <p:spPr bwMode="auto"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15" name="CustomShape 8">
              <a:extLst>
                <a:ext uri="{FF2B5EF4-FFF2-40B4-BE49-F238E27FC236}">
                  <a16:creationId xmlns:a16="http://schemas.microsoft.com/office/drawing/2014/main" id="{E11802A7-88E4-1CBD-A2E2-AA644EAEA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975" y="190408"/>
              <a:ext cx="2076311" cy="6854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</p:grpSp>
      <p:pic>
        <p:nvPicPr>
          <p:cNvPr id="16" name="Picture 15" descr="Picture 15">
            <a:extLst>
              <a:ext uri="{FF2B5EF4-FFF2-40B4-BE49-F238E27FC236}">
                <a16:creationId xmlns:a16="http://schemas.microsoft.com/office/drawing/2014/main" id="{4F0555A3-F6F3-C9C6-6954-F687C7C34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7" name="PlaceHolder 3">
            <a:extLst>
              <a:ext uri="{FF2B5EF4-FFF2-40B4-BE49-F238E27FC236}">
                <a16:creationId xmlns:a16="http://schemas.microsoft.com/office/drawing/2014/main" id="{2830A3F6-BB86-08BB-1B5E-6D98C7FC4EB5}"/>
              </a:ext>
            </a:extLst>
          </p:cNvPr>
          <p:cNvSpPr/>
          <p:nvPr/>
        </p:nvSpPr>
        <p:spPr>
          <a:xfrm>
            <a:off x="3240088" y="1604963"/>
            <a:ext cx="2649537" cy="18970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>
            <a:lvl1pPr marL="342900" indent="-341313"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4572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9144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13716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18288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" name="PlaceHolder 4">
            <a:extLst>
              <a:ext uri="{FF2B5EF4-FFF2-40B4-BE49-F238E27FC236}">
                <a16:creationId xmlns:a16="http://schemas.microsoft.com/office/drawing/2014/main" id="{DB2093AC-F273-AB28-B395-3C93F3DB625F}"/>
              </a:ext>
            </a:extLst>
          </p:cNvPr>
          <p:cNvSpPr/>
          <p:nvPr/>
        </p:nvSpPr>
        <p:spPr>
          <a:xfrm>
            <a:off x="6021388" y="1604963"/>
            <a:ext cx="2649537" cy="18970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>
            <a:lvl1pPr marL="342900" indent="-341313"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4572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9144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13716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18288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" name="PlaceHolder 5">
            <a:extLst>
              <a:ext uri="{FF2B5EF4-FFF2-40B4-BE49-F238E27FC236}">
                <a16:creationId xmlns:a16="http://schemas.microsoft.com/office/drawing/2014/main" id="{0A242E5A-C74D-64C6-3E1F-F6871CB6B9DB}"/>
              </a:ext>
            </a:extLst>
          </p:cNvPr>
          <p:cNvSpPr/>
          <p:nvPr/>
        </p:nvSpPr>
        <p:spPr>
          <a:xfrm>
            <a:off x="457200" y="3681413"/>
            <a:ext cx="2649538" cy="18970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>
            <a:lvl1pPr marL="342900" indent="-341313"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4572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9144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13716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18288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" name="PlaceHolder 6">
            <a:extLst>
              <a:ext uri="{FF2B5EF4-FFF2-40B4-BE49-F238E27FC236}">
                <a16:creationId xmlns:a16="http://schemas.microsoft.com/office/drawing/2014/main" id="{06F59695-67CC-0812-819E-0630E83F39F4}"/>
              </a:ext>
            </a:extLst>
          </p:cNvPr>
          <p:cNvSpPr/>
          <p:nvPr/>
        </p:nvSpPr>
        <p:spPr>
          <a:xfrm>
            <a:off x="3240088" y="3681413"/>
            <a:ext cx="2649537" cy="18970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>
            <a:lvl1pPr marL="342900" indent="-341313"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4572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9144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13716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1828800" indent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en-US" altLang="en-US" sz="32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97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29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4519"/>
            <a:ext cx="2649601" cy="1896842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3" name="PlaceHolder 7"/>
          <p:cNvSpPr>
            <a:spLocks noGrp="1"/>
          </p:cNvSpPr>
          <p:nvPr>
            <p:ph type="body" sz="quarter" idx="21"/>
          </p:nvPr>
        </p:nvSpPr>
        <p:spPr>
          <a:xfrm>
            <a:off x="6022080" y="3682079"/>
            <a:ext cx="2649601" cy="189684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/>
          </a:p>
        </p:txBody>
      </p:sp>
      <p:sp>
        <p:nvSpPr>
          <p:cNvPr id="21" name="Slide Number">
            <a:extLst>
              <a:ext uri="{FF2B5EF4-FFF2-40B4-BE49-F238E27FC236}">
                <a16:creationId xmlns:a16="http://schemas.microsoft.com/office/drawing/2014/main" id="{4BB00097-2351-4EBB-7FAA-2ED6EAFAD41E}"/>
              </a:ext>
            </a:extLst>
          </p:cNvPr>
          <p:cNvSpPr txBox="1"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DF2625-F631-4478-8803-D64678517AE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494300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CustomShape 1">
            <a:extLst>
              <a:ext uri="{FF2B5EF4-FFF2-40B4-BE49-F238E27FC236}">
                <a16:creationId xmlns:a16="http://schemas.microsoft.com/office/drawing/2014/main" id="{A400CB2F-ADBC-60EA-3808-8060E63E3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lIns="45719" rIns="45719"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defRPr/>
            </a:pPr>
            <a:endParaRPr lang="en-US" altLang="en-US"/>
          </a:p>
        </p:txBody>
      </p:sp>
      <p:sp>
        <p:nvSpPr>
          <p:cNvPr id="1027" name="CustomShape 2">
            <a:extLst>
              <a:ext uri="{FF2B5EF4-FFF2-40B4-BE49-F238E27FC236}">
                <a16:creationId xmlns:a16="http://schemas.microsoft.com/office/drawing/2014/main" id="{2241E67C-3632-71E9-D701-282A27F9676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6704013"/>
            <a:ext cx="9144000" cy="1984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lIns="45719" rIns="45719"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defRPr/>
            </a:pPr>
            <a:endParaRPr lang="en-US" altLang="en-US"/>
          </a:p>
        </p:txBody>
      </p:sp>
      <p:pic>
        <p:nvPicPr>
          <p:cNvPr id="1028" name="Picture 10" descr="Picture 10">
            <a:extLst>
              <a:ext uri="{FF2B5EF4-FFF2-40B4-BE49-F238E27FC236}">
                <a16:creationId xmlns:a16="http://schemas.microsoft.com/office/drawing/2014/main" id="{2AF0024A-19C4-7CC2-A765-A3279FE0F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029" name="Picture 10" descr="Picture 10">
            <a:extLst>
              <a:ext uri="{FF2B5EF4-FFF2-40B4-BE49-F238E27FC236}">
                <a16:creationId xmlns:a16="http://schemas.microsoft.com/office/drawing/2014/main" id="{EB8DFB00-6FF9-D1E7-278D-D77B59690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1030" name="Group 3">
            <a:extLst>
              <a:ext uri="{FF2B5EF4-FFF2-40B4-BE49-F238E27FC236}">
                <a16:creationId xmlns:a16="http://schemas.microsoft.com/office/drawing/2014/main" id="{587A5258-6B05-C182-2310-EF4566E58EE1}"/>
              </a:ext>
            </a:extLst>
          </p:cNvPr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0" y="0"/>
            <a:chExt cx="2997000" cy="875878"/>
          </a:xfrm>
        </p:grpSpPr>
        <p:sp>
          <p:nvSpPr>
            <p:cNvPr id="1041" name="CustomShape 4">
              <a:extLst>
                <a:ext uri="{FF2B5EF4-FFF2-40B4-BE49-F238E27FC236}">
                  <a16:creationId xmlns:a16="http://schemas.microsoft.com/office/drawing/2014/main" id="{CB7E2315-C32E-538D-DBA1-CB2547B1D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97000" cy="837796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  <p:pic>
          <p:nvPicPr>
            <p:cNvPr id="1042" name="Picture 9" descr="Picture 9">
              <a:extLst>
                <a:ext uri="{FF2B5EF4-FFF2-40B4-BE49-F238E27FC236}">
                  <a16:creationId xmlns:a16="http://schemas.microsoft.com/office/drawing/2014/main" id="{77A67034-564D-A243-F668-738CCAF8C8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718"/>
            <a:stretch>
              <a:fillRect/>
            </a:stretch>
          </p:blipFill>
          <p:spPr bwMode="auto"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1043" name="CustomShape 5">
              <a:extLst>
                <a:ext uri="{FF2B5EF4-FFF2-40B4-BE49-F238E27FC236}">
                  <a16:creationId xmlns:a16="http://schemas.microsoft.com/office/drawing/2014/main" id="{84C6FD6D-16F3-4CB9-CE9D-820B92DF3D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975" y="190408"/>
              <a:ext cx="2076311" cy="6854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</p:grpSp>
      <p:pic>
        <p:nvPicPr>
          <p:cNvPr id="1031" name="Picture 15" descr="Picture 15">
            <a:extLst>
              <a:ext uri="{FF2B5EF4-FFF2-40B4-BE49-F238E27FC236}">
                <a16:creationId xmlns:a16="http://schemas.microsoft.com/office/drawing/2014/main" id="{B6A3F9F6-E7F7-6564-5502-1A2555441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032" name="Picture 10" descr="Picture 10">
            <a:extLst>
              <a:ext uri="{FF2B5EF4-FFF2-40B4-BE49-F238E27FC236}">
                <a16:creationId xmlns:a16="http://schemas.microsoft.com/office/drawing/2014/main" id="{6202C761-3017-5D59-2883-527359957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8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1033" name="Group 6">
            <a:extLst>
              <a:ext uri="{FF2B5EF4-FFF2-40B4-BE49-F238E27FC236}">
                <a16:creationId xmlns:a16="http://schemas.microsoft.com/office/drawing/2014/main" id="{7142AB71-CD06-2B1B-0F1D-77A081319D48}"/>
              </a:ext>
            </a:extLst>
          </p:cNvPr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0" y="0"/>
            <a:chExt cx="2997000" cy="875878"/>
          </a:xfrm>
        </p:grpSpPr>
        <p:sp>
          <p:nvSpPr>
            <p:cNvPr id="1038" name="CustomShape 7">
              <a:extLst>
                <a:ext uri="{FF2B5EF4-FFF2-40B4-BE49-F238E27FC236}">
                  <a16:creationId xmlns:a16="http://schemas.microsoft.com/office/drawing/2014/main" id="{68B7CC1C-A9A3-F18F-4FFD-F9F80F1B8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97000" cy="837796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  <p:pic>
          <p:nvPicPr>
            <p:cNvPr id="1039" name="Picture 9" descr="Picture 9">
              <a:extLst>
                <a:ext uri="{FF2B5EF4-FFF2-40B4-BE49-F238E27FC236}">
                  <a16:creationId xmlns:a16="http://schemas.microsoft.com/office/drawing/2014/main" id="{C9ABAE7D-CBA3-E6FD-1599-E1411C729E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718"/>
            <a:stretch>
              <a:fillRect/>
            </a:stretch>
          </p:blipFill>
          <p:spPr bwMode="auto">
            <a:xfrm>
              <a:off x="406440" y="228599"/>
              <a:ext cx="2057040" cy="634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1040" name="CustomShape 8">
              <a:extLst>
                <a:ext uri="{FF2B5EF4-FFF2-40B4-BE49-F238E27FC236}">
                  <a16:creationId xmlns:a16="http://schemas.microsoft.com/office/drawing/2014/main" id="{870E7282-DD52-27E0-E3CE-01818BD90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975" y="190408"/>
              <a:ext cx="2076311" cy="6854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45719" tIns="45719" rIns="45719" bIns="45719"/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Helvetica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>
                <a:defRPr/>
              </a:pPr>
              <a:endParaRPr lang="en-US" altLang="en-US"/>
            </a:p>
          </p:txBody>
        </p:sp>
      </p:grpSp>
      <p:pic>
        <p:nvPicPr>
          <p:cNvPr id="1034" name="Picture 15" descr="Picture 15">
            <a:extLst>
              <a:ext uri="{FF2B5EF4-FFF2-40B4-BE49-F238E27FC236}">
                <a16:creationId xmlns:a16="http://schemas.microsoft.com/office/drawing/2014/main" id="{4E827446-9410-A4B3-A175-D38221421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7" name="Title Text">
            <a:extLst>
              <a:ext uri="{FF2B5EF4-FFF2-40B4-BE49-F238E27FC236}">
                <a16:creationId xmlns:a16="http://schemas.microsoft.com/office/drawing/2014/main" id="{EAD804B3-C9EB-3F1E-64ED-3ABE62D2FC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92075"/>
            <a:ext cx="8229600" cy="150812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18" name="Body Level One…">
            <a:extLst>
              <a:ext uri="{FF2B5EF4-FFF2-40B4-BE49-F238E27FC236}">
                <a16:creationId xmlns:a16="http://schemas.microsoft.com/office/drawing/2014/main" id="{8FCBC378-E85A-7931-9DDE-5624CC9FB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" name="Slide Number">
            <a:extLst>
              <a:ext uri="{FF2B5EF4-FFF2-40B4-BE49-F238E27FC236}">
                <a16:creationId xmlns:a16="http://schemas.microsoft.com/office/drawing/2014/main" id="{1444973F-C2EB-BFDC-21FE-11FCF498E1A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4419600" y="6172200"/>
            <a:ext cx="2133600" cy="368300"/>
          </a:xfrm>
          <a:prstGeom prst="rect">
            <a:avLst/>
          </a:prstGeom>
          <a:ln w="12700">
            <a:miter lim="400000"/>
          </a:ln>
        </p:spPr>
        <p:txBody>
          <a:bodyPr vert="horz" wrap="none" lIns="45719" tIns="45720" rIns="45719" bIns="45720" numCol="1" anchor="ctr" anchorCtr="0" compatLnSpc="1">
            <a:prstTxWarp prst="textNoShape">
              <a:avLst/>
            </a:prstTxWarp>
            <a:spAutoFit/>
          </a:bodyPr>
          <a:lstStyle>
            <a:lvl1pPr algn="r" eaLnBrk="1">
              <a:defRPr sz="1200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pPr>
              <a:defRPr/>
            </a:pPr>
            <a:fld id="{71C5FD0C-A012-4DBA-8F27-54429AA5D8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</p:sldLayoutIdLst>
  <p:transition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000" spc="-1">
          <a:solidFill>
            <a:srgbClr val="000000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000" spc="-1">
          <a:solidFill>
            <a:srgbClr val="000000"/>
          </a:solidFill>
          <a:latin typeface="+mj-lt"/>
          <a:ea typeface="+mj-ea"/>
          <a:cs typeface="+mj-cs"/>
          <a:sym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000" spc="-1">
          <a:solidFill>
            <a:srgbClr val="000000"/>
          </a:solidFill>
          <a:latin typeface="+mj-lt"/>
          <a:ea typeface="+mj-ea"/>
          <a:cs typeface="+mj-cs"/>
          <a:sym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000" spc="-1">
          <a:solidFill>
            <a:srgbClr val="000000"/>
          </a:solidFill>
          <a:latin typeface="+mj-lt"/>
          <a:ea typeface="+mj-ea"/>
          <a:cs typeface="+mj-cs"/>
          <a:sym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000" spc="-1">
          <a:solidFill>
            <a:srgbClr val="000000"/>
          </a:solidFill>
          <a:latin typeface="+mj-lt"/>
          <a:ea typeface="+mj-ea"/>
          <a:cs typeface="+mj-cs"/>
          <a:sym typeface="Calibri" panose="020F0502020204030204" pitchFamily="34" charset="0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indent="-341313" algn="l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buChar char="•"/>
        <a:defRPr sz="3200" spc="-1">
          <a:solidFill>
            <a:srgbClr val="000000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782638" indent="-325438" algn="l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buChar char="–"/>
        <a:defRPr sz="3200" spc="-1">
          <a:solidFill>
            <a:srgbClr val="000000"/>
          </a:solidFill>
          <a:latin typeface="+mj-lt"/>
          <a:ea typeface="+mj-ea"/>
          <a:cs typeface="+mj-cs"/>
          <a:sym typeface="Calibri" panose="020F0502020204030204" pitchFamily="34" charset="0"/>
        </a:defRPr>
      </a:lvl2pPr>
      <a:lvl3pPr marL="1217613" indent="-303213" algn="l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buChar char="•"/>
        <a:defRPr sz="3200" spc="-1">
          <a:solidFill>
            <a:srgbClr val="000000"/>
          </a:solidFill>
          <a:latin typeface="+mj-lt"/>
          <a:ea typeface="+mj-ea"/>
          <a:cs typeface="+mj-cs"/>
          <a:sym typeface="Calibri" panose="020F0502020204030204" pitchFamily="34" charset="0"/>
        </a:defRPr>
      </a:lvl3pPr>
      <a:lvl4pPr marL="1736725" indent="-365125" algn="l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buChar char="–"/>
        <a:defRPr sz="3200" spc="-1">
          <a:solidFill>
            <a:srgbClr val="000000"/>
          </a:solidFill>
          <a:latin typeface="+mj-lt"/>
          <a:ea typeface="+mj-ea"/>
          <a:cs typeface="+mj-cs"/>
          <a:sym typeface="Calibri" panose="020F0502020204030204" pitchFamily="34" charset="0"/>
        </a:defRPr>
      </a:lvl4pPr>
      <a:lvl5pPr marL="2193925" indent="-365125" algn="l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buChar char="»"/>
        <a:defRPr sz="3200" spc="-1">
          <a:solidFill>
            <a:srgbClr val="000000"/>
          </a:solidFill>
          <a:latin typeface="+mj-lt"/>
          <a:ea typeface="+mj-ea"/>
          <a:cs typeface="+mj-cs"/>
          <a:sym typeface="Calibri" panose="020F0502020204030204" pitchFamily="34" charset="0"/>
        </a:defRPr>
      </a:lvl5pPr>
      <a:lvl6pPr marL="2692400" marR="0" indent="-4064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sz="3200" b="0" i="0" u="none" strike="noStrike" cap="none" spc="-1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49600" marR="0" indent="-4064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sz="3200" b="0" i="0" u="none" strike="noStrike" cap="none" spc="-1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606800" marR="0" indent="-4064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sz="3200" b="0" i="0" u="none" strike="noStrike" cap="none" spc="-1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64000" marR="0" indent="-4064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sz="3200" b="0" i="0" u="none" strike="noStrike" cap="none" spc="-1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-1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Shape 1">
            <a:extLst>
              <a:ext uri="{FF2B5EF4-FFF2-40B4-BE49-F238E27FC236}">
                <a16:creationId xmlns:a16="http://schemas.microsoft.com/office/drawing/2014/main" id="{6F91339D-3816-C614-7D27-006998E5A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38" y="841375"/>
            <a:ext cx="9051925" cy="605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>
              <a:spcBef>
                <a:spcPts val="400"/>
              </a:spcBef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Project Presentation of Web Development</a:t>
            </a:r>
          </a:p>
          <a:p>
            <a:pPr algn="ctr" eaLnBrk="1">
              <a:spcBef>
                <a:spcPts val="40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On</a:t>
            </a:r>
          </a:p>
          <a:p>
            <a:pPr algn="ctr" eaLnBrk="1">
              <a:spcBef>
                <a:spcPts val="400"/>
              </a:spcBef>
            </a:pPr>
            <a:r>
              <a:rPr lang="en-US" altLang="en-US" sz="48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JOB ASPIRE</a:t>
            </a:r>
          </a:p>
          <a:p>
            <a:pPr algn="ctr" eaLnBrk="1">
              <a:spcBef>
                <a:spcPts val="40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Arpita       2210991359</a:t>
            </a:r>
          </a:p>
          <a:p>
            <a:pPr algn="ctr" eaLnBrk="1">
              <a:spcBef>
                <a:spcPts val="40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Arshika      2210991369</a:t>
            </a:r>
          </a:p>
          <a:p>
            <a:pPr algn="ctr" eaLnBrk="1">
              <a:spcBef>
                <a:spcPts val="40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Kanika      2210991735</a:t>
            </a:r>
          </a:p>
          <a:p>
            <a:pPr algn="ctr" eaLnBrk="1">
              <a:spcBef>
                <a:spcPts val="40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Rishika    2210992164</a:t>
            </a:r>
          </a:p>
          <a:p>
            <a:pPr algn="ctr" eaLnBrk="1">
              <a:spcBef>
                <a:spcPts val="400"/>
              </a:spcBef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algn="ctr" eaLnBrk="1">
              <a:spcBef>
                <a:spcPts val="40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Supervised By</a:t>
            </a:r>
          </a:p>
          <a:p>
            <a:pPr algn="ctr" eaLnBrk="1">
              <a:spcBef>
                <a:spcPts val="400"/>
              </a:spcBef>
            </a:pP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Mr.Sudeep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algn="ctr" eaLnBrk="1">
              <a:spcBef>
                <a:spcPts val="400"/>
              </a:spcBef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algn="ctr" eaLnBrk="1">
              <a:spcBef>
                <a:spcPts val="400"/>
              </a:spcBef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algn="ctr" eaLnBrk="1">
              <a:spcBef>
                <a:spcPts val="400"/>
              </a:spcBef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Department of Computer Science and Engineering, </a:t>
            </a:r>
          </a:p>
          <a:p>
            <a:pPr algn="ctr" eaLnBrk="1">
              <a:spcBef>
                <a:spcPts val="400"/>
              </a:spcBef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Chitkara University, Punjab</a:t>
            </a:r>
          </a:p>
          <a:p>
            <a:pPr algn="ctr" eaLnBrk="1">
              <a:lnSpc>
                <a:spcPct val="150000"/>
              </a:lnSpc>
              <a:spcBef>
                <a:spcPts val="400"/>
              </a:spcBef>
            </a:pP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Shape 1">
            <a:extLst>
              <a:ext uri="{FF2B5EF4-FFF2-40B4-BE49-F238E27FC236}">
                <a16:creationId xmlns:a16="http://schemas.microsoft.com/office/drawing/2014/main" id="{AB236869-DFE0-6162-A971-43AF304E38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770063" y="260350"/>
            <a:ext cx="5927726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 anchor="ctr">
            <a:spAutoFit/>
          </a:bodyPr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Introduction</a:t>
            </a:r>
          </a:p>
        </p:txBody>
      </p:sp>
      <p:sp>
        <p:nvSpPr>
          <p:cNvPr id="15363" name="TextShape 2">
            <a:extLst>
              <a:ext uri="{FF2B5EF4-FFF2-40B4-BE49-F238E27FC236}">
                <a16:creationId xmlns:a16="http://schemas.microsoft.com/office/drawing/2014/main" id="{471F589A-A503-A450-2EDB-659F8E1C95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438" y="1066800"/>
            <a:ext cx="8747125" cy="1074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>
            <a:spAutoFit/>
          </a:bodyPr>
          <a:lstStyle>
            <a:lvl1pPr defTabSz="4572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 defTabSz="4572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4572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4572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4572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spcBef>
                <a:spcPts val="1400"/>
              </a:spcBef>
            </a:pPr>
            <a:endParaRPr lang="en-US" altLang="en-US" sz="1900" b="1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  <a:p>
            <a:pPr eaLnBrk="1">
              <a:buSzPct val="100000"/>
              <a:buFont typeface="Times Roman"/>
              <a:buChar char="•"/>
            </a:pPr>
            <a:r>
              <a:rPr lang="en-US" alt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A robust backend system designed to streamline job portal operations efficiently.</a:t>
            </a:r>
          </a:p>
          <a:p>
            <a:pPr eaLnBrk="1">
              <a:buSzPct val="100000"/>
              <a:buFont typeface="Times Roman"/>
              <a:buChar char="•"/>
            </a:pPr>
            <a:endParaRPr lang="en-US" alt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>
              <a:buSzPct val="100000"/>
              <a:buFont typeface="Times Roman"/>
              <a:buChar char="•"/>
            </a:pPr>
            <a:r>
              <a:rPr lang="en-US" alt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seamless handling of job postings, employer profiles, and candidate applications.</a:t>
            </a:r>
          </a:p>
          <a:p>
            <a:pPr eaLnBrk="1">
              <a:buSzPct val="100000"/>
              <a:buFont typeface="Times Roman"/>
              <a:buChar char="•"/>
            </a:pPr>
            <a:endParaRPr lang="en-US" alt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>
              <a:buSzPct val="100000"/>
              <a:buFont typeface="Times Roman"/>
              <a:buChar char="•"/>
            </a:pPr>
            <a:r>
              <a:rPr lang="en-US" alt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Designed with a scalable architecture, capable of supporting a growing number of jobs, companies, and users.</a:t>
            </a:r>
          </a:p>
          <a:p>
            <a:pPr eaLnBrk="1">
              <a:buSzPct val="100000"/>
              <a:buFont typeface="Times Roman"/>
              <a:buChar char="•"/>
            </a:pPr>
            <a:endParaRPr lang="en-US" alt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>
              <a:buSzPct val="100000"/>
              <a:buFont typeface="Times Roman"/>
              <a:buChar char="•"/>
            </a:pPr>
            <a:r>
              <a:rPr lang="en-US" alt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Optimized for high-performance querying, minimizing response times for job searches and application tracking.</a:t>
            </a:r>
          </a:p>
          <a:p>
            <a:pPr eaLnBrk="1">
              <a:buSzPct val="100000"/>
              <a:buFont typeface="Times Roman"/>
              <a:buChar char="•"/>
            </a:pPr>
            <a:endParaRPr lang="en-US" alt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>
              <a:buSzPct val="100000"/>
              <a:buFont typeface="Times Roman"/>
              <a:buChar char="•"/>
            </a:pPr>
            <a:r>
              <a:rPr lang="en-US" alt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secure user authentication and role-based access for job seekers, employers, and administrators.</a:t>
            </a:r>
            <a:endParaRPr lang="en-US" altLang="en-US" sz="360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>
              <a:spcBef>
                <a:spcPts val="400"/>
              </a:spcBef>
            </a:pPr>
            <a:endParaRPr lang="en-US" altLang="en-US" sz="360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>
              <a:lnSpc>
                <a:spcPct val="150000"/>
              </a:lnSpc>
              <a:spcBef>
                <a:spcPts val="400"/>
              </a:spcBef>
            </a:pPr>
            <a:endParaRPr lang="en-US" altLang="en-US" sz="360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>
              <a:lnSpc>
                <a:spcPct val="150000"/>
              </a:lnSpc>
              <a:spcBef>
                <a:spcPts val="400"/>
              </a:spcBef>
            </a:pPr>
            <a:endParaRPr lang="en-US" altLang="en-US" sz="360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>
              <a:lnSpc>
                <a:spcPct val="150000"/>
              </a:lnSpc>
              <a:spcBef>
                <a:spcPts val="400"/>
              </a:spcBef>
            </a:pPr>
            <a:endParaRPr lang="en-US" altLang="en-US" sz="360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>
              <a:lnSpc>
                <a:spcPct val="150000"/>
              </a:lnSpc>
              <a:spcBef>
                <a:spcPts val="400"/>
              </a:spcBef>
            </a:pPr>
            <a:endParaRPr lang="en-US" altLang="en-US" sz="360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>
              <a:spcBef>
                <a:spcPts val="400"/>
              </a:spcBef>
            </a:pPr>
            <a:endParaRPr lang="en-US" altLang="en-US" sz="360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>
              <a:spcBef>
                <a:spcPts val="400"/>
              </a:spcBef>
            </a:pPr>
            <a:endParaRPr lang="en-US" altLang="en-US" sz="360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>
              <a:spcBef>
                <a:spcPts val="400"/>
              </a:spcBef>
            </a:pPr>
            <a:endParaRPr lang="en-US" altLang="en-US" sz="360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>
              <a:spcBef>
                <a:spcPts val="400"/>
              </a:spcBef>
            </a:pPr>
            <a:endParaRPr lang="en-US" altLang="en-US" sz="360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Problem Statement">
            <a:extLst>
              <a:ext uri="{FF2B5EF4-FFF2-40B4-BE49-F238E27FC236}">
                <a16:creationId xmlns:a16="http://schemas.microsoft.com/office/drawing/2014/main" id="{3065A136-2450-EAD5-FC25-B7B6DFA0F2B9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55575" y="76200"/>
            <a:ext cx="5484813" cy="914400"/>
          </a:xfrm>
        </p:spPr>
        <p:txBody>
          <a:bodyPr vert="horz" wrap="square" numCol="1" anchorCtr="0" compatLnSpc="1">
            <a:prstTxWarp prst="textNoShape">
              <a:avLst/>
            </a:prstTxWarp>
          </a:bodyPr>
          <a:lstStyle/>
          <a:p>
            <a:pPr algn="l" defTabSz="457200" eaLnBrk="1" hangingPunct="1">
              <a:defRPr/>
            </a:pPr>
            <a:r>
              <a:rPr lang="en-US" altLang="en-US" sz="3200">
                <a:latin typeface="Times Roman"/>
                <a:ea typeface="Times Roman"/>
                <a:cs typeface="Times Roman"/>
                <a:sym typeface="Times Roman"/>
              </a:rPr>
              <a:t>Problem Statement</a:t>
            </a:r>
          </a:p>
        </p:txBody>
      </p:sp>
      <p:sp>
        <p:nvSpPr>
          <p:cNvPr id="319" name="Users often navigate multiple social media platforms to manage their online presence, leading to inefficiencies.…">
            <a:extLst>
              <a:ext uri="{FF2B5EF4-FFF2-40B4-BE49-F238E27FC236}">
                <a16:creationId xmlns:a16="http://schemas.microsoft.com/office/drawing/2014/main" id="{D478EAF8-214B-B2EF-D9A0-AA097BA02D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0675" y="1155700"/>
            <a:ext cx="8502650" cy="4546600"/>
          </a:xfrm>
        </p:spPr>
        <p:txBody>
          <a:bodyPr/>
          <a:lstStyle/>
          <a:p>
            <a:pPr marL="1587" indent="0">
              <a:buFont typeface="Arial" panose="020B0604020202020204" pitchFamily="34" charset="0"/>
              <a:buNone/>
              <a:defRPr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job portals involves a variety of operational complexities, including job postings, candidate applications, and employer-candidate interactions. Traditional approaches often suffer from inefficiencies due to:</a:t>
            </a:r>
          </a:p>
          <a:p>
            <a:pPr>
              <a:defRPr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updates on job postings and application statuses, leading to missed opportunities.</a:t>
            </a:r>
          </a:p>
          <a:p>
            <a:pPr>
              <a:defRPr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managing user data securely, impacting trust and compliance. Inefficient application tracking and matching systems, creating frustration for both job seekers and employers.</a:t>
            </a:r>
          </a:p>
          <a:p>
            <a:pPr>
              <a:defRPr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user experience across multiple platforms, reducing engagement.</a:t>
            </a:r>
          </a:p>
          <a:p>
            <a:pPr>
              <a:defRPr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JobAspire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solution aims to centralize these functionalities into one efficient platform, ensuring seamless operations, real-time updates, and an enhanced user experience for both job seekers and employers.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Technologies Used">
            <a:extLst>
              <a:ext uri="{FF2B5EF4-FFF2-40B4-BE49-F238E27FC236}">
                <a16:creationId xmlns:a16="http://schemas.microsoft.com/office/drawing/2014/main" id="{900083D0-51F7-2EDF-7968-43086A064C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00125" y="76200"/>
            <a:ext cx="5486400" cy="914400"/>
          </a:xfrm>
        </p:spPr>
        <p:txBody>
          <a:bodyPr/>
          <a:lstStyle>
            <a:lvl1pPr>
              <a:defRPr sz="3200" spc="-1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>
                <a:sym typeface="Calibri"/>
              </a:rPr>
              <a:t>Technologies Used</a:t>
            </a:r>
          </a:p>
        </p:txBody>
      </p:sp>
      <p:sp>
        <p:nvSpPr>
          <p:cNvPr id="322" name="Frontend:…">
            <a:extLst>
              <a:ext uri="{FF2B5EF4-FFF2-40B4-BE49-F238E27FC236}">
                <a16:creationId xmlns:a16="http://schemas.microsoft.com/office/drawing/2014/main" id="{BEF97D1E-55E7-C061-C309-AB6979C0C8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5100" y="609600"/>
            <a:ext cx="8813800" cy="5343525"/>
          </a:xfrm>
        </p:spPr>
        <p:txBody>
          <a:bodyPr/>
          <a:lstStyle/>
          <a:p>
            <a:pPr marL="0" indent="0" defTabSz="457200" eaLnBrk="1" fontAlgn="auto" hangingPunct="1"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defRPr sz="1900" b="1" spc="0">
                <a:latin typeface="Times Roman"/>
                <a:ea typeface="Times Roman"/>
                <a:cs typeface="Times Roman"/>
                <a:sym typeface="Times Roman"/>
              </a:defRPr>
            </a:pPr>
            <a:endParaRPr sz="1900" b="1" spc="0" dirty="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 defTabSz="457200" eaLnBrk="1" fontAlgn="auto" hangingPunct="1">
              <a:spcBef>
                <a:spcPts val="1200"/>
              </a:spcBef>
              <a:spcAft>
                <a:spcPts val="0"/>
              </a:spcAft>
              <a:buClrTx/>
              <a:buFont typeface="Times Roman"/>
              <a:buChar char="•"/>
              <a:defRPr sz="1900" b="1" spc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900" b="1" spc="0" dirty="0">
                <a:latin typeface="Times Roman"/>
                <a:ea typeface="Times Roman"/>
                <a:cs typeface="Times Roman"/>
                <a:sym typeface="Times Roman"/>
              </a:rPr>
              <a:t>Frontend:</a:t>
            </a:r>
          </a:p>
          <a:p>
            <a:pPr marL="914400" lvl="1" indent="-31750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Font typeface="Times Roman"/>
              <a:buChar char="◦"/>
              <a:defRPr sz="1900" spc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900" b="1" spc="0" dirty="0">
                <a:latin typeface="Times Roman"/>
                <a:ea typeface="Times Roman"/>
                <a:cs typeface="Times Roman"/>
                <a:sym typeface="Times Roman"/>
              </a:rPr>
              <a:t>HTML, CSS, JavaScript</a:t>
            </a:r>
            <a:r>
              <a:rPr sz="1900" spc="0" dirty="0">
                <a:latin typeface="Times Roman"/>
                <a:ea typeface="Times Roman"/>
                <a:cs typeface="Times Roman"/>
                <a:sym typeface="Times Roman"/>
              </a:rPr>
              <a:t>: Core web technologies for structure, styling, and interactivity.</a:t>
            </a:r>
          </a:p>
          <a:p>
            <a:pPr marL="914400" lvl="1" indent="-31750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Font typeface="Times Roman"/>
              <a:buChar char="◦"/>
              <a:defRPr sz="1900" spc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900" b="1" spc="0" dirty="0">
                <a:latin typeface="Times Roman"/>
                <a:ea typeface="Times Roman"/>
                <a:cs typeface="Times Roman"/>
                <a:sym typeface="Times Roman"/>
              </a:rPr>
              <a:t>React.js</a:t>
            </a:r>
            <a:r>
              <a:rPr sz="1900" spc="0" dirty="0">
                <a:latin typeface="Times Roman"/>
                <a:ea typeface="Times Roman"/>
                <a:cs typeface="Times Roman"/>
                <a:sym typeface="Times Roman"/>
              </a:rPr>
              <a:t>: Builds dynamic and responsive user interfaces with reusable components.</a:t>
            </a:r>
          </a:p>
          <a:p>
            <a:pPr marL="914400" lvl="1" indent="-31750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Font typeface="Times Roman"/>
              <a:buChar char="◦"/>
              <a:defRPr sz="1900" spc="0">
                <a:latin typeface="Times Roman"/>
                <a:ea typeface="Times Roman"/>
                <a:cs typeface="Times Roman"/>
                <a:sym typeface="Times Roman"/>
              </a:defRPr>
            </a:pPr>
            <a:endParaRPr sz="1900" spc="0" dirty="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 defTabSz="457200" eaLnBrk="1" fontAlgn="auto" hangingPunct="1">
              <a:spcBef>
                <a:spcPts val="1200"/>
              </a:spcBef>
              <a:spcAft>
                <a:spcPts val="0"/>
              </a:spcAft>
              <a:buClrTx/>
              <a:buFont typeface="Times Roman"/>
              <a:buChar char="•"/>
              <a:defRPr sz="1900" b="1" spc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900" b="1" spc="0" dirty="0">
                <a:latin typeface="Times Roman"/>
                <a:ea typeface="Times Roman"/>
                <a:cs typeface="Times Roman"/>
                <a:sym typeface="Times Roman"/>
              </a:rPr>
              <a:t>Backend:</a:t>
            </a:r>
          </a:p>
          <a:p>
            <a:pPr marL="914400" lvl="1" indent="-31750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Font typeface="Times Roman"/>
              <a:buChar char="◦"/>
              <a:defRPr sz="1900" spc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900" b="1" spc="0" dirty="0">
                <a:latin typeface="Times Roman"/>
                <a:ea typeface="Times Roman"/>
                <a:cs typeface="Times Roman"/>
                <a:sym typeface="Times Roman"/>
              </a:rPr>
              <a:t>Node.js</a:t>
            </a:r>
            <a:r>
              <a:rPr sz="1900" spc="0" dirty="0">
                <a:latin typeface="Times Roman"/>
                <a:ea typeface="Times Roman"/>
                <a:cs typeface="Times Roman"/>
                <a:sym typeface="Times Roman"/>
              </a:rPr>
              <a:t>: Handles server-side logic and API creation.</a:t>
            </a:r>
          </a:p>
          <a:p>
            <a:pPr marL="914400" lvl="1" indent="-31750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Font typeface="Times Roman"/>
              <a:buChar char="◦"/>
              <a:defRPr sz="1900" spc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900" b="1" spc="0" dirty="0">
                <a:latin typeface="Times Roman"/>
                <a:ea typeface="Times Roman"/>
                <a:cs typeface="Times Roman"/>
                <a:sym typeface="Times Roman"/>
              </a:rPr>
              <a:t>Express.js</a:t>
            </a:r>
            <a:r>
              <a:rPr sz="1900" spc="0" dirty="0">
                <a:latin typeface="Times Roman"/>
                <a:ea typeface="Times Roman"/>
                <a:cs typeface="Times Roman"/>
                <a:sym typeface="Times Roman"/>
              </a:rPr>
              <a:t>: Manages routing and efficient handling of requests.</a:t>
            </a:r>
          </a:p>
          <a:p>
            <a:pPr marL="914400" lvl="1" indent="-31750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Font typeface="Times Roman"/>
              <a:buChar char="◦"/>
              <a:defRPr sz="1900" spc="0">
                <a:latin typeface="Times Roman"/>
                <a:ea typeface="Times Roman"/>
                <a:cs typeface="Times Roman"/>
                <a:sym typeface="Times Roman"/>
              </a:defRPr>
            </a:pPr>
            <a:endParaRPr sz="1900" spc="0" dirty="0">
              <a:latin typeface="Times Roman"/>
              <a:ea typeface="Times Roman"/>
              <a:cs typeface="Times Roman"/>
              <a:sym typeface="Times Roman"/>
            </a:endParaRPr>
          </a:p>
          <a:p>
            <a:pPr marL="457200" indent="-317500" defTabSz="457200" eaLnBrk="1" fontAlgn="auto" hangingPunct="1">
              <a:spcBef>
                <a:spcPts val="1200"/>
              </a:spcBef>
              <a:spcAft>
                <a:spcPts val="0"/>
              </a:spcAft>
              <a:buClrTx/>
              <a:buFont typeface="Times Roman"/>
              <a:buChar char="•"/>
              <a:defRPr sz="1900" b="1" spc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900" b="1" spc="0" dirty="0">
                <a:latin typeface="Times Roman"/>
                <a:ea typeface="Times Roman"/>
                <a:cs typeface="Times Roman"/>
                <a:sym typeface="Times Roman"/>
              </a:rPr>
              <a:t>Database:</a:t>
            </a:r>
          </a:p>
          <a:p>
            <a:pPr marL="914400" lvl="1" indent="-31750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Font typeface="Times Roman"/>
              <a:buChar char="◦"/>
              <a:defRPr sz="1900" spc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900" b="1" spc="0" dirty="0">
                <a:latin typeface="Times Roman"/>
                <a:ea typeface="Times Roman"/>
                <a:cs typeface="Times Roman"/>
                <a:sym typeface="Times Roman"/>
              </a:rPr>
              <a:t>MongoDB</a:t>
            </a:r>
            <a:r>
              <a:rPr sz="1900" spc="0" dirty="0">
                <a:latin typeface="Times Roman"/>
                <a:ea typeface="Times Roman"/>
                <a:cs typeface="Times Roman"/>
                <a:sym typeface="Times Roman"/>
              </a:rPr>
              <a:t>: NoSQL database for storing user data and social interactions.</a:t>
            </a:r>
          </a:p>
          <a:p>
            <a:pPr marL="914400" lvl="1" indent="-317500" defTabSz="457200" eaLnBrk="1" fontAlgn="auto" hangingPunct="1">
              <a:spcBef>
                <a:spcPts val="0"/>
              </a:spcBef>
              <a:spcAft>
                <a:spcPts val="0"/>
              </a:spcAft>
              <a:buClrTx/>
              <a:buFont typeface="Times Roman"/>
              <a:buChar char="◦"/>
              <a:defRPr sz="1900" spc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900" b="1" spc="0" dirty="0">
                <a:latin typeface="Times Roman"/>
                <a:ea typeface="Times Roman"/>
                <a:cs typeface="Times Roman"/>
                <a:sym typeface="Times Roman"/>
              </a:rPr>
              <a:t>Mongoose</a:t>
            </a:r>
            <a:r>
              <a:rPr sz="1900" spc="0" dirty="0">
                <a:latin typeface="Times Roman"/>
                <a:ea typeface="Times Roman"/>
                <a:cs typeface="Times Roman"/>
                <a:sym typeface="Times Roman"/>
              </a:rPr>
              <a:t>: Simplifies database interaction by managing data models and schemas.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Purpose of the Project">
            <a:extLst>
              <a:ext uri="{FF2B5EF4-FFF2-40B4-BE49-F238E27FC236}">
                <a16:creationId xmlns:a16="http://schemas.microsoft.com/office/drawing/2014/main" id="{B09A28B2-6052-B4A6-C1DC-64AB17F4225D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5486400" cy="914400"/>
          </a:xfrm>
        </p:spPr>
        <p:txBody>
          <a:bodyPr vert="horz" wrap="square" numCol="1" anchorCtr="0" compatLnSpc="1">
            <a:prstTxWarp prst="textNoShape">
              <a:avLst/>
            </a:prstTxWarp>
          </a:bodyPr>
          <a:lstStyle/>
          <a:p>
            <a:pPr algn="l" defTabSz="457200" eaLnBrk="1" hangingPunct="1">
              <a:defRPr/>
            </a:pPr>
            <a:r>
              <a:rPr lang="en-US" altLang="en-US" sz="3200" dirty="0">
                <a:latin typeface="Times Roman"/>
                <a:ea typeface="Times Roman"/>
                <a:cs typeface="Times Roman"/>
                <a:sym typeface="Times Roman"/>
              </a:rPr>
              <a:t>Purpose of the Project</a:t>
            </a:r>
          </a:p>
        </p:txBody>
      </p:sp>
      <p:sp>
        <p:nvSpPr>
          <p:cNvPr id="18435" name="Create a centralized social media platform to streamline communication and interaction.…">
            <a:extLst>
              <a:ext uri="{FF2B5EF4-FFF2-40B4-BE49-F238E27FC236}">
                <a16:creationId xmlns:a16="http://schemas.microsoft.com/office/drawing/2014/main" id="{DD43DB89-3D4A-3B2B-3A6E-1FCEE84E6381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76213" y="-1474788"/>
            <a:ext cx="8948737" cy="8032751"/>
          </a:xfrm>
        </p:spPr>
        <p:txBody>
          <a:bodyPr vert="horz" wrap="square" numCol="1" anchorCtr="0" compatLnSpc="1">
            <a:prstTxWarp prst="textNoShape">
              <a:avLst/>
            </a:prstTxWarp>
          </a:bodyPr>
          <a:lstStyle/>
          <a:p>
            <a:pPr indent="-342900" defTabSz="457200" eaLnBrk="1" hangingPunct="1">
              <a:spcBef>
                <a:spcPct val="0"/>
              </a:spcBef>
              <a:buClrTx/>
              <a:defRPr/>
            </a:pPr>
            <a:endParaRPr lang="en-US" altLang="en-US" sz="1900" dirty="0">
              <a:latin typeface="Times New Roman" panose="02020603050405020304" pitchFamily="18" charset="0"/>
              <a:ea typeface="Times Roman"/>
              <a:cs typeface="Times New Roman" panose="02020603050405020304" pitchFamily="18" charset="0"/>
              <a:sym typeface="Times Roman"/>
            </a:endParaRPr>
          </a:p>
          <a:p>
            <a:pPr indent="-342900" defTabSz="457200" eaLnBrk="1" hangingPunct="1">
              <a:spcBef>
                <a:spcPct val="0"/>
              </a:spcBef>
              <a:buClrTx/>
              <a:defRPr/>
            </a:pPr>
            <a:r>
              <a:rPr lang="en-US" altLang="en-US" sz="1900" dirty="0">
                <a:latin typeface="Times New Roman" panose="02020603050405020304" pitchFamily="18" charset="0"/>
                <a:ea typeface="Times Roman"/>
                <a:cs typeface="Times New Roman" panose="02020603050405020304" pitchFamily="18" charset="0"/>
                <a:sym typeface="Times Roman"/>
              </a:rPr>
              <a:t>Simplify job postings, candidate applications, and employer interactions through a unified platform.</a:t>
            </a:r>
          </a:p>
          <a:p>
            <a:pPr indent="-342900" defTabSz="457200" eaLnBrk="1" hangingPunct="1">
              <a:spcBef>
                <a:spcPct val="0"/>
              </a:spcBef>
              <a:buClrTx/>
              <a:defRPr/>
            </a:pPr>
            <a:endParaRPr lang="en-US" altLang="en-US" sz="1900" dirty="0">
              <a:latin typeface="Times New Roman" panose="02020603050405020304" pitchFamily="18" charset="0"/>
              <a:ea typeface="Times Roman"/>
              <a:cs typeface="Times New Roman" panose="02020603050405020304" pitchFamily="18" charset="0"/>
              <a:sym typeface="Times Roman"/>
            </a:endParaRPr>
          </a:p>
          <a:p>
            <a:pPr indent="-342900" defTabSz="457200" eaLnBrk="1" hangingPunct="1">
              <a:spcBef>
                <a:spcPct val="0"/>
              </a:spcBef>
              <a:buClrTx/>
              <a:defRPr/>
            </a:pPr>
            <a:r>
              <a:rPr lang="en-US" altLang="en-US" sz="1900" dirty="0">
                <a:latin typeface="Times New Roman" panose="02020603050405020304" pitchFamily="18" charset="0"/>
                <a:ea typeface="Times Roman"/>
                <a:cs typeface="Times New Roman" panose="02020603050405020304" pitchFamily="18" charset="0"/>
                <a:sym typeface="Times Roman"/>
              </a:rPr>
              <a:t>Ensure secure and scalable storage of large volumes of user and application data.</a:t>
            </a:r>
          </a:p>
          <a:p>
            <a:pPr indent="-342900" defTabSz="457200" eaLnBrk="1" hangingPunct="1">
              <a:spcBef>
                <a:spcPct val="0"/>
              </a:spcBef>
              <a:buClrTx/>
              <a:defRPr/>
            </a:pPr>
            <a:endParaRPr lang="en-US" altLang="en-US" sz="1900" dirty="0">
              <a:latin typeface="Times New Roman" panose="02020603050405020304" pitchFamily="18" charset="0"/>
              <a:ea typeface="Times Roman"/>
              <a:cs typeface="Times New Roman" panose="02020603050405020304" pitchFamily="18" charset="0"/>
              <a:sym typeface="Times Roman"/>
            </a:endParaRPr>
          </a:p>
          <a:p>
            <a:pPr indent="-342900" defTabSz="457200" eaLnBrk="1" hangingPunct="1">
              <a:spcBef>
                <a:spcPct val="0"/>
              </a:spcBef>
              <a:buClrTx/>
              <a:defRPr/>
            </a:pPr>
            <a:r>
              <a:rPr lang="en-US" altLang="en-US" sz="1900" dirty="0">
                <a:latin typeface="Times New Roman" panose="02020603050405020304" pitchFamily="18" charset="0"/>
                <a:ea typeface="Times Roman"/>
                <a:cs typeface="Times New Roman" panose="02020603050405020304" pitchFamily="18" charset="0"/>
                <a:sym typeface="Times Roman"/>
              </a:rPr>
              <a:t>Provide seamless job searching, resume uploads, and application tracking features.</a:t>
            </a:r>
          </a:p>
          <a:p>
            <a:pPr indent="-342900" defTabSz="457200" eaLnBrk="1" hangingPunct="1">
              <a:spcBef>
                <a:spcPct val="0"/>
              </a:spcBef>
              <a:buClrTx/>
              <a:defRPr/>
            </a:pPr>
            <a:endParaRPr lang="en-US" altLang="en-US" sz="1900" dirty="0">
              <a:latin typeface="Times New Roman" panose="02020603050405020304" pitchFamily="18" charset="0"/>
              <a:ea typeface="Times Roman"/>
              <a:cs typeface="Times New Roman" panose="02020603050405020304" pitchFamily="18" charset="0"/>
              <a:sym typeface="Times Roman"/>
            </a:endParaRPr>
          </a:p>
          <a:p>
            <a:pPr indent="-342900" defTabSz="457200" eaLnBrk="1" hangingPunct="1">
              <a:spcBef>
                <a:spcPct val="0"/>
              </a:spcBef>
              <a:buClrTx/>
              <a:defRPr/>
            </a:pPr>
            <a:r>
              <a:rPr lang="en-US" altLang="en-US" sz="1900" dirty="0">
                <a:latin typeface="Times New Roman" panose="02020603050405020304" pitchFamily="18" charset="0"/>
                <a:ea typeface="Times Roman"/>
                <a:cs typeface="Times New Roman" panose="02020603050405020304" pitchFamily="18" charset="0"/>
                <a:sym typeface="Times Roman"/>
              </a:rPr>
              <a:t>Offer real-time updates on job postings, application statuses, and employer responses.</a:t>
            </a:r>
          </a:p>
          <a:p>
            <a:pPr indent="-342900" defTabSz="457200" eaLnBrk="1" hangingPunct="1">
              <a:spcBef>
                <a:spcPct val="0"/>
              </a:spcBef>
              <a:buClrTx/>
              <a:defRPr/>
            </a:pPr>
            <a:endParaRPr lang="en-US" altLang="en-US" sz="1900" dirty="0">
              <a:latin typeface="Times New Roman" panose="02020603050405020304" pitchFamily="18" charset="0"/>
              <a:ea typeface="Times Roman"/>
              <a:cs typeface="Times New Roman" panose="02020603050405020304" pitchFamily="18" charset="0"/>
              <a:sym typeface="Times Roman"/>
            </a:endParaRPr>
          </a:p>
          <a:p>
            <a:pPr indent="-342900" defTabSz="457200" eaLnBrk="1" hangingPunct="1">
              <a:spcBef>
                <a:spcPct val="0"/>
              </a:spcBef>
              <a:buClrTx/>
              <a:defRPr/>
            </a:pPr>
            <a:r>
              <a:rPr lang="en-US" altLang="en-US" sz="1900" dirty="0">
                <a:latin typeface="Times New Roman" panose="02020603050405020304" pitchFamily="18" charset="0"/>
                <a:ea typeface="Times Roman"/>
                <a:cs typeface="Times New Roman" panose="02020603050405020304" pitchFamily="18" charset="0"/>
                <a:sym typeface="Times Roman"/>
              </a:rPr>
              <a:t>Deliver a consistent and accessible user experience across devices.</a:t>
            </a:r>
          </a:p>
          <a:p>
            <a:pPr indent="-342900" defTabSz="457200" eaLnBrk="1" hangingPunct="1">
              <a:spcBef>
                <a:spcPct val="0"/>
              </a:spcBef>
              <a:buClrTx/>
              <a:defRPr/>
            </a:pPr>
            <a:endParaRPr lang="en-US" altLang="en-US" sz="1900" dirty="0">
              <a:latin typeface="Times New Roman" panose="02020603050405020304" pitchFamily="18" charset="0"/>
              <a:ea typeface="Times Roman"/>
              <a:cs typeface="Times New Roman" panose="02020603050405020304" pitchFamily="18" charset="0"/>
              <a:sym typeface="Times Roman"/>
            </a:endParaRPr>
          </a:p>
          <a:p>
            <a:pPr indent="-342900" defTabSz="457200" eaLnBrk="1" hangingPunct="1">
              <a:spcBef>
                <a:spcPct val="0"/>
              </a:spcBef>
              <a:buClrTx/>
              <a:defRPr/>
            </a:pPr>
            <a:r>
              <a:rPr lang="en-US" altLang="en-US" sz="1900" dirty="0">
                <a:latin typeface="Times New Roman" panose="02020603050405020304" pitchFamily="18" charset="0"/>
                <a:ea typeface="Times Roman"/>
                <a:cs typeface="Times New Roman" panose="02020603050405020304" pitchFamily="18" charset="0"/>
                <a:sym typeface="Times Roman"/>
              </a:rPr>
              <a:t>Design a system that can handle increasing traffic and user activity efficiently.</a:t>
            </a:r>
            <a:endParaRPr lang="en-US" altLang="en-US" sz="1900" dirty="0">
              <a:latin typeface="Times Roman"/>
              <a:ea typeface="Times Roman"/>
              <a:cs typeface="Times Roman"/>
              <a:sym typeface="Times Roman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creenshots">
            <a:extLst>
              <a:ext uri="{FF2B5EF4-FFF2-40B4-BE49-F238E27FC236}">
                <a16:creationId xmlns:a16="http://schemas.microsoft.com/office/drawing/2014/main" id="{6F9039CA-ABA3-5676-A28B-4A4603D42F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266825" y="-19050"/>
            <a:ext cx="5486400" cy="914400"/>
          </a:xfrm>
        </p:spPr>
        <p:txBody>
          <a:bodyPr/>
          <a:lstStyle>
            <a:lvl1pPr>
              <a:defRPr sz="3200" spc="-1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dirty="0">
                <a:sym typeface="Calibri"/>
              </a:rPr>
              <a:t>Screenshots</a:t>
            </a:r>
          </a:p>
        </p:txBody>
      </p:sp>
      <p:pic>
        <p:nvPicPr>
          <p:cNvPr id="19459" name="Picture 2">
            <a:extLst>
              <a:ext uri="{FF2B5EF4-FFF2-40B4-BE49-F238E27FC236}">
                <a16:creationId xmlns:a16="http://schemas.microsoft.com/office/drawing/2014/main" id="{C25DFC62-80BF-591A-F15E-BC07D5757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2" r="4263"/>
          <a:stretch>
            <a:fillRect/>
          </a:stretch>
        </p:blipFill>
        <p:spPr bwMode="auto">
          <a:xfrm>
            <a:off x="176213" y="1308100"/>
            <a:ext cx="8801100" cy="451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creenshots">
            <a:extLst>
              <a:ext uri="{FF2B5EF4-FFF2-40B4-BE49-F238E27FC236}">
                <a16:creationId xmlns:a16="http://schemas.microsoft.com/office/drawing/2014/main" id="{63AEE107-1CB9-7784-94BE-2E77EEF7F7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27113" y="-19050"/>
            <a:ext cx="5484813" cy="914400"/>
          </a:xfrm>
        </p:spPr>
        <p:txBody>
          <a:bodyPr/>
          <a:lstStyle>
            <a:lvl1pPr>
              <a:defRPr sz="3200" spc="-1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dirty="0">
                <a:sym typeface="Calibri"/>
              </a:rPr>
              <a:t>Screenshots</a:t>
            </a:r>
          </a:p>
        </p:txBody>
      </p:sp>
      <p:pic>
        <p:nvPicPr>
          <p:cNvPr id="20483" name="Picture 2">
            <a:extLst>
              <a:ext uri="{FF2B5EF4-FFF2-40B4-BE49-F238E27FC236}">
                <a16:creationId xmlns:a16="http://schemas.microsoft.com/office/drawing/2014/main" id="{DAAAAA71-462A-E7B4-CC0A-A49C211008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75" y="1492250"/>
            <a:ext cx="8299450" cy="411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B4552-9EA3-E7B0-35EF-65F9092D8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959100" cy="914400"/>
          </a:xfrm>
        </p:spPr>
        <p:txBody>
          <a:bodyPr/>
          <a:lstStyle/>
          <a:p>
            <a:pPr>
              <a:defRPr/>
            </a:pPr>
            <a:r>
              <a:rPr lang="en-IN" sz="3200" dirty="0"/>
              <a:t>Screenshots</a:t>
            </a:r>
          </a:p>
        </p:txBody>
      </p:sp>
      <p:pic>
        <p:nvPicPr>
          <p:cNvPr id="21507" name="Picture 3">
            <a:extLst>
              <a:ext uri="{FF2B5EF4-FFF2-40B4-BE49-F238E27FC236}">
                <a16:creationId xmlns:a16="http://schemas.microsoft.com/office/drawing/2014/main" id="{6CC7F847-DA42-08B9-CC30-92EB6EC83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3" y="1362075"/>
            <a:ext cx="8672512" cy="413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C0384-FF88-109F-E78F-4C058B391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486400" cy="747713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en-IN" sz="3600" dirty="0">
                <a:cs typeface="Times New Roman" panose="02020603050405020304" pitchFamily="18" charset="0"/>
              </a:rPr>
              <a:t>   </a:t>
            </a:r>
            <a:br>
              <a:rPr lang="en-IN" sz="3600" dirty="0">
                <a:cs typeface="Times New Roman" panose="02020603050405020304" pitchFamily="18" charset="0"/>
              </a:rPr>
            </a:br>
            <a:r>
              <a:rPr lang="en-IN" sz="3600" dirty="0">
                <a:cs typeface="Times New Roman" panose="02020603050405020304" pitchFamily="18" charset="0"/>
              </a:rPr>
              <a:t> Screenshots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40168-86EC-D0A6-83B2-3FFD47E5C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V="1">
            <a:off x="1716088" y="3082925"/>
            <a:ext cx="1027112" cy="46038"/>
          </a:xfrm>
        </p:spPr>
        <p:txBody>
          <a:bodyPr>
            <a:normAutofit fontScale="25000" lnSpcReduction="20000"/>
          </a:bodyPr>
          <a:lstStyle/>
          <a:p>
            <a:pPr>
              <a:defRPr/>
            </a:pPr>
            <a:endParaRPr lang="en-IN" dirty="0"/>
          </a:p>
        </p:txBody>
      </p:sp>
      <p:pic>
        <p:nvPicPr>
          <p:cNvPr id="22532" name="Picture 4">
            <a:extLst>
              <a:ext uri="{FF2B5EF4-FFF2-40B4-BE49-F238E27FC236}">
                <a16:creationId xmlns:a16="http://schemas.microsoft.com/office/drawing/2014/main" id="{644793A5-EC43-59AA-1620-3A6FA18C7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25" y="1506538"/>
            <a:ext cx="8388350" cy="435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F97F2-4936-BDD0-CA43-0D324528B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486400" cy="747713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en-IN" sz="3600" dirty="0">
                <a:cs typeface="Times New Roman" panose="02020603050405020304" pitchFamily="18" charset="0"/>
              </a:rPr>
              <a:t>   </a:t>
            </a:r>
            <a:br>
              <a:rPr lang="en-IN" sz="3600" dirty="0">
                <a:cs typeface="Times New Roman" panose="02020603050405020304" pitchFamily="18" charset="0"/>
              </a:rPr>
            </a:br>
            <a:r>
              <a:rPr lang="en-IN" sz="3600" dirty="0">
                <a:cs typeface="Times New Roman" panose="02020603050405020304" pitchFamily="18" charset="0"/>
              </a:rPr>
              <a:t> Screenshots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B429E-B838-8630-647A-35E4CC48D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V="1">
            <a:off x="1716088" y="3082925"/>
            <a:ext cx="1027112" cy="46038"/>
          </a:xfrm>
        </p:spPr>
        <p:txBody>
          <a:bodyPr>
            <a:normAutofit fontScale="25000" lnSpcReduction="20000"/>
          </a:bodyPr>
          <a:lstStyle/>
          <a:p>
            <a:pPr>
              <a:defRPr/>
            </a:pPr>
            <a:endParaRPr lang="en-IN" dirty="0"/>
          </a:p>
        </p:txBody>
      </p:sp>
      <p:pic>
        <p:nvPicPr>
          <p:cNvPr id="23556" name="Picture 5">
            <a:extLst>
              <a:ext uri="{FF2B5EF4-FFF2-40B4-BE49-F238E27FC236}">
                <a16:creationId xmlns:a16="http://schemas.microsoft.com/office/drawing/2014/main" id="{5A52866F-32BC-31AB-35AF-CAFFE5732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3" y="1527175"/>
            <a:ext cx="8613775" cy="431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A306C-2521-645C-7896-8C232870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486400" cy="747713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en-IN" sz="3600" dirty="0">
                <a:cs typeface="Times New Roman" panose="02020603050405020304" pitchFamily="18" charset="0"/>
              </a:rPr>
              <a:t>   </a:t>
            </a:r>
            <a:br>
              <a:rPr lang="en-IN" sz="3600" dirty="0">
                <a:cs typeface="Times New Roman" panose="02020603050405020304" pitchFamily="18" charset="0"/>
              </a:rPr>
            </a:br>
            <a:r>
              <a:rPr lang="en-IN" sz="3600" dirty="0">
                <a:cs typeface="Times New Roman" panose="02020603050405020304" pitchFamily="18" charset="0"/>
              </a:rPr>
              <a:t> Screenshots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329EB-8FE6-8CA0-70F9-74911323C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V="1">
            <a:off x="1716088" y="3082925"/>
            <a:ext cx="1027112" cy="46038"/>
          </a:xfrm>
        </p:spPr>
        <p:txBody>
          <a:bodyPr>
            <a:normAutofit fontScale="25000" lnSpcReduction="20000"/>
          </a:bodyPr>
          <a:lstStyle/>
          <a:p>
            <a:pPr>
              <a:defRPr/>
            </a:pPr>
            <a:endParaRPr lang="en-IN" dirty="0"/>
          </a:p>
        </p:txBody>
      </p:sp>
      <p:pic>
        <p:nvPicPr>
          <p:cNvPr id="24580" name="Picture 5">
            <a:extLst>
              <a:ext uri="{FF2B5EF4-FFF2-40B4-BE49-F238E27FC236}">
                <a16:creationId xmlns:a16="http://schemas.microsoft.com/office/drawing/2014/main" id="{372145DB-6FBA-1072-AAD9-EFE67E2F4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3" y="1527175"/>
            <a:ext cx="8613775" cy="431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Picture 4">
            <a:extLst>
              <a:ext uri="{FF2B5EF4-FFF2-40B4-BE49-F238E27FC236}">
                <a16:creationId xmlns:a16="http://schemas.microsoft.com/office/drawing/2014/main" id="{CCED8061-CF40-3AA9-632D-24FE728E5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3" y="1333500"/>
            <a:ext cx="8613775" cy="450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2F12F-682C-2B25-1013-7EED6367C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486400" cy="747713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en-IN" sz="3600" dirty="0">
                <a:cs typeface="Times New Roman" panose="02020603050405020304" pitchFamily="18" charset="0"/>
              </a:rPr>
              <a:t>   </a:t>
            </a:r>
            <a:br>
              <a:rPr lang="en-IN" sz="3600" dirty="0">
                <a:cs typeface="Times New Roman" panose="02020603050405020304" pitchFamily="18" charset="0"/>
              </a:rPr>
            </a:br>
            <a:r>
              <a:rPr lang="en-IN" sz="3600" dirty="0">
                <a:cs typeface="Times New Roman" panose="02020603050405020304" pitchFamily="18" charset="0"/>
              </a:rPr>
              <a:t> Screenshots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55FD9-55C4-60E9-003F-0DB2F2FDC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V="1">
            <a:off x="1716088" y="3082925"/>
            <a:ext cx="1027112" cy="46038"/>
          </a:xfrm>
        </p:spPr>
        <p:txBody>
          <a:bodyPr>
            <a:normAutofit fontScale="25000" lnSpcReduction="20000"/>
          </a:bodyPr>
          <a:lstStyle/>
          <a:p>
            <a:pPr>
              <a:defRPr/>
            </a:pPr>
            <a:endParaRPr lang="en-IN" dirty="0"/>
          </a:p>
        </p:txBody>
      </p:sp>
      <p:pic>
        <p:nvPicPr>
          <p:cNvPr id="25604" name="Picture 4">
            <a:extLst>
              <a:ext uri="{FF2B5EF4-FFF2-40B4-BE49-F238E27FC236}">
                <a16:creationId xmlns:a16="http://schemas.microsoft.com/office/drawing/2014/main" id="{A8D39DCE-26D9-9D01-F7F8-3C4B082AC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455738"/>
            <a:ext cx="8651875" cy="450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6F02D-1706-CFB6-796D-382B069B6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486400" cy="747713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en-IN" sz="3600" dirty="0">
                <a:cs typeface="Times New Roman" panose="02020603050405020304" pitchFamily="18" charset="0"/>
              </a:rPr>
              <a:t>   </a:t>
            </a:r>
            <a:br>
              <a:rPr lang="en-IN" sz="3600" dirty="0">
                <a:cs typeface="Times New Roman" panose="02020603050405020304" pitchFamily="18" charset="0"/>
              </a:rPr>
            </a:br>
            <a:r>
              <a:rPr lang="en-IN" sz="3600" dirty="0">
                <a:cs typeface="Times New Roman" panose="02020603050405020304" pitchFamily="18" charset="0"/>
              </a:rPr>
              <a:t> Screenshots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C3A22-FDD1-EF89-DC94-51931CD74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V="1">
            <a:off x="1716088" y="3082925"/>
            <a:ext cx="1027112" cy="46038"/>
          </a:xfrm>
        </p:spPr>
        <p:txBody>
          <a:bodyPr>
            <a:normAutofit fontScale="25000" lnSpcReduction="20000"/>
          </a:bodyPr>
          <a:lstStyle/>
          <a:p>
            <a:pPr>
              <a:defRPr/>
            </a:pPr>
            <a:endParaRPr lang="en-IN" dirty="0"/>
          </a:p>
        </p:txBody>
      </p:sp>
      <p:pic>
        <p:nvPicPr>
          <p:cNvPr id="26628" name="Picture 4">
            <a:extLst>
              <a:ext uri="{FF2B5EF4-FFF2-40B4-BE49-F238E27FC236}">
                <a16:creationId xmlns:a16="http://schemas.microsoft.com/office/drawing/2014/main" id="{76A3C84C-3B7A-5D9D-E3C0-B52BB5BC7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" y="1422400"/>
            <a:ext cx="8693150" cy="432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A71BA-A6AB-368E-136E-4B5E3F793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486400" cy="747713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en-IN" sz="3600" dirty="0">
                <a:cs typeface="Times New Roman" panose="02020603050405020304" pitchFamily="18" charset="0"/>
              </a:rPr>
              <a:t>   </a:t>
            </a:r>
            <a:br>
              <a:rPr lang="en-IN" sz="3600" dirty="0">
                <a:cs typeface="Times New Roman" panose="02020603050405020304" pitchFamily="18" charset="0"/>
              </a:rPr>
            </a:br>
            <a:r>
              <a:rPr lang="en-IN" sz="3600" dirty="0">
                <a:cs typeface="Times New Roman" panose="02020603050405020304" pitchFamily="18" charset="0"/>
              </a:rPr>
              <a:t> Screenshots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C642B0-1585-822D-D6D3-8A54ACD70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V="1">
            <a:off x="1716088" y="3082925"/>
            <a:ext cx="1027112" cy="46038"/>
          </a:xfrm>
        </p:spPr>
        <p:txBody>
          <a:bodyPr>
            <a:normAutofit fontScale="25000" lnSpcReduction="20000"/>
          </a:bodyPr>
          <a:lstStyle/>
          <a:p>
            <a:pPr>
              <a:defRPr/>
            </a:pPr>
            <a:endParaRPr lang="en-IN" dirty="0"/>
          </a:p>
        </p:txBody>
      </p:sp>
      <p:pic>
        <p:nvPicPr>
          <p:cNvPr id="27652" name="Picture 5">
            <a:extLst>
              <a:ext uri="{FF2B5EF4-FFF2-40B4-BE49-F238E27FC236}">
                <a16:creationId xmlns:a16="http://schemas.microsoft.com/office/drawing/2014/main" id="{AE8A63E1-556C-0188-98F8-FF098DEF0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88" y="1541463"/>
            <a:ext cx="8759825" cy="432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uture Improvements">
            <a:extLst>
              <a:ext uri="{FF2B5EF4-FFF2-40B4-BE49-F238E27FC236}">
                <a16:creationId xmlns:a16="http://schemas.microsoft.com/office/drawing/2014/main" id="{1A004545-A764-B561-2FBE-D17983FA52BF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5486400" cy="914400"/>
          </a:xfrm>
        </p:spPr>
        <p:txBody>
          <a:bodyPr vert="horz" wrap="square" numCol="1" anchorCtr="0" compatLnSpc="1">
            <a:prstTxWarp prst="textNoShape">
              <a:avLst/>
            </a:prstTxWarp>
          </a:bodyPr>
          <a:lstStyle/>
          <a:p>
            <a:pPr algn="l" defTabSz="457200" eaLnBrk="1" hangingPunct="1">
              <a:defRPr/>
            </a:pPr>
            <a:r>
              <a:rPr lang="en-US" altLang="en-US" sz="3200">
                <a:latin typeface="Times Roman"/>
                <a:ea typeface="Times Roman"/>
                <a:cs typeface="Times Roman"/>
                <a:sym typeface="Times Roman"/>
              </a:rPr>
              <a:t>Future Improvements</a:t>
            </a:r>
          </a:p>
        </p:txBody>
      </p:sp>
      <p:sp>
        <p:nvSpPr>
          <p:cNvPr id="334" name="Real-time Communication…">
            <a:extLst>
              <a:ext uri="{FF2B5EF4-FFF2-40B4-BE49-F238E27FC236}">
                <a16:creationId xmlns:a16="http://schemas.microsoft.com/office/drawing/2014/main" id="{C669854B-19DB-69E5-856F-59A0888F35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7963" y="1112838"/>
            <a:ext cx="8826500" cy="5268912"/>
          </a:xfrm>
        </p:spPr>
        <p:txBody>
          <a:bodyPr/>
          <a:lstStyle/>
          <a:p>
            <a:pPr marL="0" indent="0" defTabSz="374904" eaLnBrk="1" fontAlgn="auto" hangingPunct="1">
              <a:spcBef>
                <a:spcPts val="1100"/>
              </a:spcBef>
              <a:spcAft>
                <a:spcPts val="0"/>
              </a:spcAft>
              <a:buClrTx/>
              <a:buSzTx/>
              <a:buFontTx/>
              <a:buNone/>
              <a:defRPr sz="1558" b="1" spc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558" b="1" spc="0" dirty="0">
                <a:latin typeface="Times Roman"/>
                <a:ea typeface="Times Roman"/>
                <a:cs typeface="Times Roman"/>
                <a:sym typeface="Times Roman"/>
              </a:rPr>
              <a:t>Real-time Communication</a:t>
            </a:r>
          </a:p>
          <a:p>
            <a:pPr marL="374904" indent="-260350" defTabSz="374904" eaLnBrk="1" fontAlgn="auto" hangingPunct="1">
              <a:spcBef>
                <a:spcPts val="0"/>
              </a:spcBef>
              <a:spcAft>
                <a:spcPts val="0"/>
              </a:spcAft>
              <a:buClrTx/>
              <a:buFont typeface="Times Roman"/>
              <a:buChar char="•"/>
              <a:defRPr sz="1558" spc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558" b="1" spc="0" dirty="0">
                <a:latin typeface="Times Roman"/>
                <a:ea typeface="Times Roman"/>
                <a:cs typeface="Times Roman"/>
                <a:sym typeface="Times Roman"/>
              </a:rPr>
              <a:t>Server-Sent Events (SSE)</a:t>
            </a:r>
            <a:r>
              <a:rPr sz="1558" spc="0" dirty="0">
                <a:latin typeface="Times Roman"/>
                <a:ea typeface="Times Roman"/>
                <a:cs typeface="Times Roman"/>
                <a:sym typeface="Times Roman"/>
              </a:rPr>
              <a:t>: Instead of </a:t>
            </a:r>
            <a:r>
              <a:rPr sz="1558" spc="0" dirty="0" err="1">
                <a:latin typeface="Times Roman"/>
                <a:ea typeface="Times Roman"/>
                <a:cs typeface="Times Roman"/>
                <a:sym typeface="Times Roman"/>
              </a:rPr>
              <a:t>WebSockets</a:t>
            </a:r>
            <a:r>
              <a:rPr sz="1558" spc="0" dirty="0">
                <a:latin typeface="Times Roman"/>
                <a:ea typeface="Times Roman"/>
                <a:cs typeface="Times Roman"/>
                <a:sym typeface="Times Roman"/>
              </a:rPr>
              <a:t>, beginners can start with SSE, which allows the server to push updates to the client over HTTP. This is easier to implement for simple real-time notifications.</a:t>
            </a:r>
          </a:p>
          <a:p>
            <a:pPr marL="374904" indent="-260350" defTabSz="374904" eaLnBrk="1" fontAlgn="auto" hangingPunct="1">
              <a:spcBef>
                <a:spcPts val="0"/>
              </a:spcBef>
              <a:spcAft>
                <a:spcPts val="0"/>
              </a:spcAft>
              <a:buClrTx/>
              <a:buFont typeface="Times Roman"/>
              <a:buChar char="•"/>
              <a:defRPr sz="1558" spc="0">
                <a:latin typeface="Times Roman"/>
                <a:ea typeface="Times Roman"/>
                <a:cs typeface="Times Roman"/>
                <a:sym typeface="Times Roman"/>
              </a:defRPr>
            </a:pPr>
            <a:endParaRPr sz="1558" spc="0" dirty="0">
              <a:latin typeface="Times Roman"/>
              <a:ea typeface="Times Roman"/>
              <a:cs typeface="Times Roman"/>
              <a:sym typeface="Times Roman"/>
            </a:endParaRPr>
          </a:p>
          <a:p>
            <a:pPr marL="374904" indent="-260350" defTabSz="374904" eaLnBrk="1" fontAlgn="auto" hangingPunct="1">
              <a:spcBef>
                <a:spcPts val="0"/>
              </a:spcBef>
              <a:spcAft>
                <a:spcPts val="0"/>
              </a:spcAft>
              <a:buClrTx/>
              <a:buFont typeface="Times Roman"/>
              <a:buChar char="•"/>
              <a:defRPr sz="1558" spc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558" b="1" spc="0" dirty="0">
                <a:latin typeface="Times Roman"/>
                <a:ea typeface="Times Roman"/>
                <a:cs typeface="Times Roman"/>
                <a:sym typeface="Times Roman"/>
              </a:rPr>
              <a:t>Polling</a:t>
            </a:r>
            <a:r>
              <a:rPr sz="1558" spc="0" dirty="0">
                <a:latin typeface="Times Roman"/>
                <a:ea typeface="Times Roman"/>
                <a:cs typeface="Times Roman"/>
                <a:sym typeface="Times Roman"/>
              </a:rPr>
              <a:t>: A basic method where the client periodically requests updates from the server at regular intervals, useful when </a:t>
            </a:r>
            <a:r>
              <a:rPr sz="1558" spc="0" dirty="0" err="1">
                <a:latin typeface="Times Roman"/>
                <a:ea typeface="Times Roman"/>
                <a:cs typeface="Times Roman"/>
                <a:sym typeface="Times Roman"/>
              </a:rPr>
              <a:t>WebSockets</a:t>
            </a:r>
            <a:r>
              <a:rPr sz="1558" spc="0" dirty="0">
                <a:latin typeface="Times Roman"/>
                <a:ea typeface="Times Roman"/>
                <a:cs typeface="Times Roman"/>
                <a:sym typeface="Times Roman"/>
              </a:rPr>
              <a:t> or SSE aren't set up.</a:t>
            </a:r>
          </a:p>
          <a:p>
            <a:pPr marL="374904" indent="-260350" defTabSz="374904" eaLnBrk="1" fontAlgn="auto" hangingPunct="1">
              <a:spcBef>
                <a:spcPts val="0"/>
              </a:spcBef>
              <a:spcAft>
                <a:spcPts val="0"/>
              </a:spcAft>
              <a:buClrTx/>
              <a:buFont typeface="Times Roman"/>
              <a:buChar char="•"/>
              <a:defRPr sz="1558" spc="0">
                <a:latin typeface="Times Roman"/>
                <a:ea typeface="Times Roman"/>
                <a:cs typeface="Times Roman"/>
                <a:sym typeface="Times Roman"/>
              </a:defRPr>
            </a:pPr>
            <a:endParaRPr sz="1558" spc="0" dirty="0">
              <a:latin typeface="Times Roman"/>
              <a:ea typeface="Times Roman"/>
              <a:cs typeface="Times Roman"/>
              <a:sym typeface="Times Roman"/>
            </a:endParaRPr>
          </a:p>
          <a:p>
            <a:pPr marL="374904" indent="-260350" defTabSz="374904" eaLnBrk="1" fontAlgn="auto" hangingPunct="1">
              <a:spcBef>
                <a:spcPts val="0"/>
              </a:spcBef>
              <a:spcAft>
                <a:spcPts val="0"/>
              </a:spcAft>
              <a:buClrTx/>
              <a:buFont typeface="Times Roman"/>
              <a:buChar char="•"/>
              <a:defRPr sz="1558" spc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558" b="1" spc="0" dirty="0">
                <a:latin typeface="Times Roman"/>
                <a:ea typeface="Times Roman"/>
                <a:cs typeface="Times Roman"/>
                <a:sym typeface="Times Roman"/>
              </a:rPr>
              <a:t>Socket.io</a:t>
            </a:r>
            <a:r>
              <a:rPr sz="1558" spc="0" dirty="0">
                <a:latin typeface="Times Roman"/>
                <a:ea typeface="Times Roman"/>
                <a:cs typeface="Times Roman"/>
                <a:sym typeface="Times Roman"/>
              </a:rPr>
              <a:t>: A library built on top of </a:t>
            </a:r>
            <a:r>
              <a:rPr sz="1558" spc="0" dirty="0" err="1">
                <a:latin typeface="Times Roman"/>
                <a:ea typeface="Times Roman"/>
                <a:cs typeface="Times Roman"/>
                <a:sym typeface="Times Roman"/>
              </a:rPr>
              <a:t>WebSockets</a:t>
            </a:r>
            <a:r>
              <a:rPr sz="1558" spc="0" dirty="0">
                <a:latin typeface="Times Roman"/>
                <a:ea typeface="Times Roman"/>
                <a:cs typeface="Times Roman"/>
                <a:sym typeface="Times Roman"/>
              </a:rPr>
              <a:t> that simplifies real-time communication in Node.js, making it easier for beginners to add real-time chat, notifications, or live updates.</a:t>
            </a:r>
          </a:p>
          <a:p>
            <a:pPr marL="374904" indent="-260350" defTabSz="374904" eaLnBrk="1" fontAlgn="auto" hangingPunct="1">
              <a:spcBef>
                <a:spcPts val="0"/>
              </a:spcBef>
              <a:spcAft>
                <a:spcPts val="0"/>
              </a:spcAft>
              <a:buClrTx/>
              <a:buFont typeface="Times Roman"/>
              <a:buChar char="•"/>
              <a:defRPr sz="1558" spc="0">
                <a:latin typeface="Times Roman"/>
                <a:ea typeface="Times Roman"/>
                <a:cs typeface="Times Roman"/>
                <a:sym typeface="Times Roman"/>
              </a:defRPr>
            </a:pPr>
            <a:endParaRPr sz="1558" spc="0" dirty="0">
              <a:latin typeface="Times Roman"/>
              <a:ea typeface="Times Roman"/>
              <a:cs typeface="Times Roman"/>
              <a:sym typeface="Times Roman"/>
            </a:endParaRPr>
          </a:p>
          <a:p>
            <a:pPr marL="374904" indent="-260350" defTabSz="374904" eaLnBrk="1" fontAlgn="auto" hangingPunct="1">
              <a:spcBef>
                <a:spcPts val="0"/>
              </a:spcBef>
              <a:spcAft>
                <a:spcPts val="0"/>
              </a:spcAft>
              <a:buClrTx/>
              <a:buFont typeface="Times Roman"/>
              <a:buChar char="•"/>
              <a:defRPr sz="1640" spc="0">
                <a:latin typeface="Times Roman"/>
                <a:ea typeface="Times Roman"/>
                <a:cs typeface="Times Roman"/>
                <a:sym typeface="Times Roman"/>
              </a:defRPr>
            </a:pPr>
            <a:endParaRPr sz="1640" spc="0" dirty="0">
              <a:latin typeface="Times Roman"/>
              <a:ea typeface="Times Roman"/>
              <a:cs typeface="Times Roman"/>
              <a:sym typeface="Times Roman"/>
            </a:endParaRPr>
          </a:p>
          <a:p>
            <a:pPr marL="0" indent="0" defTabSz="374904" eaLnBrk="1" fontAlgn="auto" hangingPunct="1">
              <a:spcBef>
                <a:spcPts val="1100"/>
              </a:spcBef>
              <a:spcAft>
                <a:spcPts val="0"/>
              </a:spcAft>
              <a:buClrTx/>
              <a:buSzTx/>
              <a:buFontTx/>
              <a:buNone/>
              <a:defRPr sz="1640" b="1" spc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640" b="1" spc="0" dirty="0">
                <a:latin typeface="Times Roman"/>
                <a:ea typeface="Times Roman"/>
                <a:cs typeface="Times Roman"/>
                <a:sym typeface="Times Roman"/>
              </a:rPr>
              <a:t>Security</a:t>
            </a:r>
          </a:p>
          <a:p>
            <a:pPr marL="164431" indent="-164431" defTabSz="374904" eaLnBrk="1" fontAlgn="auto" hangingPunct="1">
              <a:spcBef>
                <a:spcPts val="900"/>
              </a:spcBef>
              <a:spcAft>
                <a:spcPts val="0"/>
              </a:spcAft>
              <a:buClrTx/>
              <a:buFontTx/>
              <a:buChar char="•"/>
              <a:defRPr sz="1640" spc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640" spc="0" dirty="0">
                <a:latin typeface="Times Roman"/>
                <a:ea typeface="Times Roman"/>
                <a:cs typeface="Times Roman"/>
                <a:sym typeface="Times Roman"/>
              </a:rPr>
              <a:t>Security enhancements will include </a:t>
            </a:r>
            <a:r>
              <a:rPr sz="1640" b="1" spc="0" dirty="0">
                <a:latin typeface="Times Roman"/>
                <a:ea typeface="Times Roman"/>
                <a:cs typeface="Times Roman"/>
                <a:sym typeface="Times Roman"/>
              </a:rPr>
              <a:t>multi-factor authentication (MFA)</a:t>
            </a:r>
            <a:r>
              <a:rPr sz="1640" spc="0" dirty="0">
                <a:latin typeface="Times Roman"/>
                <a:ea typeface="Times Roman"/>
                <a:cs typeface="Times Roman"/>
                <a:sym typeface="Times Roman"/>
              </a:rPr>
              <a:t> to provide an extra layer of protection beyond passwords, ensuring only authorized users access accounts. </a:t>
            </a:r>
          </a:p>
          <a:p>
            <a:pPr marL="164431" indent="-164431" defTabSz="374904" eaLnBrk="1" fontAlgn="auto" hangingPunct="1">
              <a:spcBef>
                <a:spcPts val="900"/>
              </a:spcBef>
              <a:spcAft>
                <a:spcPts val="0"/>
              </a:spcAft>
              <a:buClrTx/>
              <a:buFontTx/>
              <a:buChar char="•"/>
              <a:defRPr sz="1640" spc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640" spc="0" dirty="0">
                <a:latin typeface="Times Roman"/>
                <a:ea typeface="Times Roman"/>
                <a:cs typeface="Times Roman"/>
                <a:sym typeface="Times Roman"/>
              </a:rPr>
              <a:t>Additionally, </a:t>
            </a:r>
            <a:r>
              <a:rPr sz="1640" b="1" spc="0" dirty="0">
                <a:latin typeface="Times Roman"/>
                <a:ea typeface="Times Roman"/>
                <a:cs typeface="Times Roman"/>
                <a:sym typeface="Times Roman"/>
              </a:rPr>
              <a:t>encrypted data storage</a:t>
            </a:r>
            <a:r>
              <a:rPr sz="1640" spc="0" dirty="0">
                <a:latin typeface="Times Roman"/>
                <a:ea typeface="Times Roman"/>
                <a:cs typeface="Times Roman"/>
                <a:sym typeface="Times Roman"/>
              </a:rPr>
              <a:t> will be used to safeguard sensitive user information, protecting it from unauthorized access and breaches.</a:t>
            </a:r>
          </a:p>
          <a:p>
            <a:pPr marL="278985" indent="-164431" defTabSz="374904" eaLnBrk="1" fontAlgn="auto" hangingPunct="1">
              <a:spcBef>
                <a:spcPts val="900"/>
              </a:spcBef>
              <a:spcAft>
                <a:spcPts val="0"/>
              </a:spcAft>
              <a:buClrTx/>
              <a:buFont typeface="Times Roman"/>
              <a:buChar char="•"/>
              <a:defRPr sz="984" spc="0">
                <a:latin typeface="Times Roman"/>
                <a:ea typeface="Times Roman"/>
                <a:cs typeface="Times Roman"/>
                <a:sym typeface="Times Roman"/>
              </a:defRPr>
            </a:pPr>
            <a:endParaRPr sz="984" spc="0" dirty="0">
              <a:latin typeface="Times Roman"/>
              <a:ea typeface="Times Roman"/>
              <a:cs typeface="Times Roman"/>
              <a:sym typeface="Times Roman"/>
            </a:endParaRPr>
          </a:p>
          <a:p>
            <a:pPr marL="374904" indent="-260350" defTabSz="374904" eaLnBrk="1" fontAlgn="auto" hangingPunct="1">
              <a:spcBef>
                <a:spcPts val="0"/>
              </a:spcBef>
              <a:spcAft>
                <a:spcPts val="0"/>
              </a:spcAft>
              <a:buClrTx/>
              <a:buFont typeface="Times Roman"/>
              <a:buChar char="•"/>
              <a:defRPr sz="1558" spc="0">
                <a:latin typeface="Times Roman"/>
                <a:ea typeface="Times Roman"/>
                <a:cs typeface="Times Roman"/>
                <a:sym typeface="Times Roman"/>
              </a:defRPr>
            </a:pPr>
            <a:endParaRPr sz="1558" spc="0" dirty="0">
              <a:latin typeface="Times Roman"/>
              <a:ea typeface="Times Roman"/>
              <a:cs typeface="Times Roman"/>
              <a:sym typeface="Times Roman"/>
            </a:endParaRPr>
          </a:p>
          <a:p>
            <a:pPr marL="374904" indent="-374904" defTabSz="374904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" algn="l"/>
                <a:tab pos="368300" algn="l"/>
              </a:tabLst>
              <a:defRPr sz="984" spc="0">
                <a:latin typeface="Times Roman"/>
                <a:ea typeface="Times Roman"/>
                <a:cs typeface="Times Roman"/>
                <a:sym typeface="Times Roman"/>
              </a:defRPr>
            </a:pPr>
            <a:endParaRPr sz="984" spc="0" dirty="0">
              <a:latin typeface="Times Roman"/>
              <a:ea typeface="Times Roman"/>
              <a:cs typeface="Times Roman"/>
              <a:sym typeface="Times Roman"/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Conclusion">
            <a:extLst>
              <a:ext uri="{FF2B5EF4-FFF2-40B4-BE49-F238E27FC236}">
                <a16:creationId xmlns:a16="http://schemas.microsoft.com/office/drawing/2014/main" id="{D7B34DE9-0F90-B479-B647-6E6849DCC2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492250" y="76200"/>
            <a:ext cx="5486400" cy="914400"/>
          </a:xfrm>
        </p:spPr>
        <p:txBody>
          <a:bodyPr/>
          <a:lstStyle>
            <a:lvl1pPr>
              <a:defRPr sz="3200" spc="-1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dirty="0">
                <a:sym typeface="Calibri"/>
              </a:rPr>
              <a:t>Conclusion</a:t>
            </a:r>
          </a:p>
        </p:txBody>
      </p:sp>
      <p:sp>
        <p:nvSpPr>
          <p:cNvPr id="23555" name="&quot;Chatterbox&quot; exemplifies the power of modern web technologies in building an innovative social media platform that meets the demands of today’s users.…">
            <a:extLst>
              <a:ext uri="{FF2B5EF4-FFF2-40B4-BE49-F238E27FC236}">
                <a16:creationId xmlns:a16="http://schemas.microsoft.com/office/drawing/2014/main" id="{CA9D7D3A-57D9-B2B9-3699-B9B696FC4BE1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73038" y="-531813"/>
            <a:ext cx="8797925" cy="6954838"/>
          </a:xfrm>
        </p:spPr>
        <p:txBody>
          <a:bodyPr vert="horz" wrap="square" numCol="1" anchorCtr="0" compatLnSpc="1">
            <a:prstTxWarp prst="textNoShape">
              <a:avLst/>
            </a:prstTxWarp>
          </a:bodyPr>
          <a:lstStyle/>
          <a:p>
            <a:pPr marL="119063" indent="-119063" defTabSz="457200" eaLnBrk="1" hangingPunct="1">
              <a:spcBef>
                <a:spcPct val="0"/>
              </a:spcBef>
              <a:buClrTx/>
              <a:buFontTx/>
              <a:buChar char="•"/>
              <a:defRPr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JobAspire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showcases the potential of modern web technologies in revolutionizing the job search and recruitment process.</a:t>
            </a:r>
          </a:p>
          <a:p>
            <a:pPr marL="119063" indent="-119063" defTabSz="457200" eaLnBrk="1" hangingPunct="1">
              <a:spcBef>
                <a:spcPct val="0"/>
              </a:spcBef>
              <a:buClrTx/>
              <a:buFontTx/>
              <a:buChar char="•"/>
              <a:defRPr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9063" indent="-119063" defTabSz="457200" eaLnBrk="1" hangingPunct="1">
              <a:spcBef>
                <a:spcPct val="0"/>
              </a:spcBef>
              <a:buClrTx/>
              <a:buFontTx/>
              <a:buChar char="•"/>
              <a:defRPr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seamless interface ensures that job searching, application submissions, and employer interactions are easy and intuitive.</a:t>
            </a:r>
          </a:p>
          <a:p>
            <a:pPr marL="119063" indent="-119063" defTabSz="457200" eaLnBrk="1" hangingPunct="1">
              <a:spcBef>
                <a:spcPct val="0"/>
              </a:spcBef>
              <a:buClrTx/>
              <a:buFontTx/>
              <a:buChar char="•"/>
              <a:defRPr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9063" indent="-119063" defTabSz="457200" eaLnBrk="1" hangingPunct="1">
              <a:spcBef>
                <a:spcPct val="0"/>
              </a:spcBef>
              <a:buClrTx/>
              <a:buFontTx/>
              <a:buChar char="•"/>
              <a:defRPr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with a robust tech stack, including React.js, Node.js, and MongoDB, the platform delivers high performance, scalability, and reliability.</a:t>
            </a:r>
          </a:p>
          <a:p>
            <a:pPr marL="119063" indent="-119063" defTabSz="457200" eaLnBrk="1" hangingPunct="1">
              <a:spcBef>
                <a:spcPct val="0"/>
              </a:spcBef>
              <a:buClrTx/>
              <a:buFontTx/>
              <a:buChar char="•"/>
              <a:defRPr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9063" indent="-119063" defTabSz="457200" eaLnBrk="1" hangingPunct="1">
              <a:spcBef>
                <a:spcPct val="0"/>
              </a:spcBef>
              <a:buClrTx/>
              <a:buFontTx/>
              <a:buChar char="•"/>
              <a:defRPr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updates may include AI-driven job recommendations, advanced analytics for employers, and enhanced real-time status tracking for applications.</a:t>
            </a:r>
          </a:p>
          <a:p>
            <a:pPr marL="119063" indent="-119063" defTabSz="457200" eaLnBrk="1" hangingPunct="1">
              <a:spcBef>
                <a:spcPct val="0"/>
              </a:spcBef>
              <a:buClrTx/>
              <a:buFontTx/>
              <a:buChar char="•"/>
              <a:defRPr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9063" indent="-119063" defTabSz="457200" eaLnBrk="1" hangingPunct="1">
              <a:spcBef>
                <a:spcPct val="0"/>
              </a:spcBef>
              <a:buClrTx/>
              <a:buFontTx/>
              <a:buChar char="•"/>
              <a:defRPr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platform is well-positioned to transform the way users engage with the job market, making the process more efficient and user-friendly.</a:t>
            </a:r>
            <a:endParaRPr lang="en-US" altLang="en-US" sz="1900" dirty="0">
              <a:latin typeface="Times New Roman" panose="02020603050405020304" pitchFamily="18" charset="0"/>
              <a:ea typeface="Times Roman"/>
              <a:cs typeface="Times New Roman" panose="02020603050405020304" pitchFamily="18" charset="0"/>
              <a:sym typeface="Times Roman"/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Shape 1">
            <a:extLst>
              <a:ext uri="{FF2B5EF4-FFF2-40B4-BE49-F238E27FC236}">
                <a16:creationId xmlns:a16="http://schemas.microsoft.com/office/drawing/2014/main" id="{C67552DC-A8EF-9258-FE78-AB936D2499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3101975"/>
            <a:ext cx="6615113" cy="849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 anchor="ctr">
            <a:spAutoFit/>
          </a:bodyPr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/>
            <a:r>
              <a:rPr lang="en-US" altLang="en-US" sz="54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Thank You</a:t>
            </a:r>
          </a:p>
        </p:txBody>
      </p:sp>
      <p:sp>
        <p:nvSpPr>
          <p:cNvPr id="31747" name="TextShape 3">
            <a:extLst>
              <a:ext uri="{FF2B5EF4-FFF2-40B4-BE49-F238E27FC236}">
                <a16:creationId xmlns:a16="http://schemas.microsoft.com/office/drawing/2014/main" id="{954C8393-62D9-B273-DBCA-519121A30EE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8428038" y="6415088"/>
            <a:ext cx="258762" cy="24765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fld id="{9A9EC5BF-A8DA-4CBC-915E-A80D5C8EC1BD}" type="slidenum">
              <a:rPr lang="en-US" altLang="en-US" b="1" smtClean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/>
              <a:t>17</a:t>
            </a:fld>
            <a:endParaRPr lang="en-US" altLang="en-US" b="1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703</Words>
  <Application>Microsoft Office PowerPoint</Application>
  <PresentationFormat>On-screen Show (4:3)</PresentationFormat>
  <Paragraphs>98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Helvetica</vt:lpstr>
      <vt:lpstr>Calibri</vt:lpstr>
      <vt:lpstr>Times New Roman</vt:lpstr>
      <vt:lpstr>Times Roman</vt:lpstr>
      <vt:lpstr>Office Theme</vt:lpstr>
      <vt:lpstr>PowerPoint Presentation</vt:lpstr>
      <vt:lpstr>PowerPoint Presentation</vt:lpstr>
      <vt:lpstr>Problem Statement</vt:lpstr>
      <vt:lpstr>Technologies Used</vt:lpstr>
      <vt:lpstr>Purpose of the Project</vt:lpstr>
      <vt:lpstr>Screenshots</vt:lpstr>
      <vt:lpstr>Screenshots</vt:lpstr>
      <vt:lpstr>Screenshots</vt:lpstr>
      <vt:lpstr>     Screenshots </vt:lpstr>
      <vt:lpstr>     Screenshots </vt:lpstr>
      <vt:lpstr>     Screenshots </vt:lpstr>
      <vt:lpstr>     Screenshots </vt:lpstr>
      <vt:lpstr>     Screenshots </vt:lpstr>
      <vt:lpstr>     Screenshots </vt:lpstr>
      <vt:lpstr>Future Improvements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Ritika Goyal</dc:creator>
  <cp:lastModifiedBy>Rishika Goyal</cp:lastModifiedBy>
  <cp:revision>22</cp:revision>
  <dcterms:modified xsi:type="dcterms:W3CDTF">2025-08-29T16:50:37Z</dcterms:modified>
</cp:coreProperties>
</file>